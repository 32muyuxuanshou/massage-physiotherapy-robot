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67.xml" ContentType="application/vnd.openxmlformats-officedocument.presentationml.tags+xml"/>
  <Override PartName="/ppt/tags/tag368.xml" ContentType="application/vnd.openxmlformats-officedocument.presentationml.tags+xml"/>
  <Override PartName="/ppt/tags/tag369.xml" ContentType="application/vnd.openxmlformats-officedocument.presentationml.tags+xml"/>
  <Override PartName="/ppt/tags/tag37.xml" ContentType="application/vnd.openxmlformats-officedocument.presentationml.tags+xml"/>
  <Override PartName="/ppt/tags/tag370.xml" ContentType="application/vnd.openxmlformats-officedocument.presentationml.tags+xml"/>
  <Override PartName="/ppt/tags/tag371.xml" ContentType="application/vnd.openxmlformats-officedocument.presentationml.tags+xml"/>
  <Override PartName="/ppt/tags/tag372.xml" ContentType="application/vnd.openxmlformats-officedocument.presentationml.tags+xml"/>
  <Override PartName="/ppt/tags/tag373.xml" ContentType="application/vnd.openxmlformats-officedocument.presentationml.tags+xml"/>
  <Override PartName="/ppt/tags/tag374.xml" ContentType="application/vnd.openxmlformats-officedocument.presentationml.tags+xml"/>
  <Override PartName="/ppt/tags/tag375.xml" ContentType="application/vnd.openxmlformats-officedocument.presentationml.tags+xml"/>
  <Override PartName="/ppt/tags/tag376.xml" ContentType="application/vnd.openxmlformats-officedocument.presentationml.tags+xml"/>
  <Override PartName="/ppt/tags/tag377.xml" ContentType="application/vnd.openxmlformats-officedocument.presentationml.tags+xml"/>
  <Override PartName="/ppt/tags/tag378.xml" ContentType="application/vnd.openxmlformats-officedocument.presentationml.tags+xml"/>
  <Override PartName="/ppt/tags/tag379.xml" ContentType="application/vnd.openxmlformats-officedocument.presentationml.tags+xml"/>
  <Override PartName="/ppt/tags/tag38.xml" ContentType="application/vnd.openxmlformats-officedocument.presentationml.tags+xml"/>
  <Override PartName="/ppt/tags/tag380.xml" ContentType="application/vnd.openxmlformats-officedocument.presentationml.tags+xml"/>
  <Override PartName="/ppt/tags/tag381.xml" ContentType="application/vnd.openxmlformats-officedocument.presentationml.tags+xml"/>
  <Override PartName="/ppt/tags/tag382.xml" ContentType="application/vnd.openxmlformats-officedocument.presentationml.tags+xml"/>
  <Override PartName="/ppt/tags/tag383.xml" ContentType="application/vnd.openxmlformats-officedocument.presentationml.tags+xml"/>
  <Override PartName="/ppt/tags/tag384.xml" ContentType="application/vnd.openxmlformats-officedocument.presentationml.tags+xml"/>
  <Override PartName="/ppt/tags/tag385.xml" ContentType="application/vnd.openxmlformats-officedocument.presentationml.tags+xml"/>
  <Override PartName="/ppt/tags/tag386.xml" ContentType="application/vnd.openxmlformats-officedocument.presentationml.tags+xml"/>
  <Override PartName="/ppt/tags/tag387.xml" ContentType="application/vnd.openxmlformats-officedocument.presentationml.tags+xml"/>
  <Override PartName="/ppt/tags/tag388.xml" ContentType="application/vnd.openxmlformats-officedocument.presentationml.tags+xml"/>
  <Override PartName="/ppt/tags/tag389.xml" ContentType="application/vnd.openxmlformats-officedocument.presentationml.tags+xml"/>
  <Override PartName="/ppt/tags/tag39.xml" ContentType="application/vnd.openxmlformats-officedocument.presentationml.tags+xml"/>
  <Override PartName="/ppt/tags/tag390.xml" ContentType="application/vnd.openxmlformats-officedocument.presentationml.tags+xml"/>
  <Override PartName="/ppt/tags/tag391.xml" ContentType="application/vnd.openxmlformats-officedocument.presentationml.tags+xml"/>
  <Override PartName="/ppt/tags/tag392.xml" ContentType="application/vnd.openxmlformats-officedocument.presentationml.tags+xml"/>
  <Override PartName="/ppt/tags/tag393.xml" ContentType="application/vnd.openxmlformats-officedocument.presentationml.tags+xml"/>
  <Override PartName="/ppt/tags/tag394.xml" ContentType="application/vnd.openxmlformats-officedocument.presentationml.tags+xml"/>
  <Override PartName="/ppt/tags/tag395.xml" ContentType="application/vnd.openxmlformats-officedocument.presentationml.tags+xml"/>
  <Override PartName="/ppt/tags/tag396.xml" ContentType="application/vnd.openxmlformats-officedocument.presentationml.tags+xml"/>
  <Override PartName="/ppt/tags/tag397.xml" ContentType="application/vnd.openxmlformats-officedocument.presentationml.tags+xml"/>
  <Override PartName="/ppt/tags/tag398.xml" ContentType="application/vnd.openxmlformats-officedocument.presentationml.tags+xml"/>
  <Override PartName="/ppt/tags/tag39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00.xml" ContentType="application/vnd.openxmlformats-officedocument.presentationml.tags+xml"/>
  <Override PartName="/ppt/tags/tag401.xml" ContentType="application/vnd.openxmlformats-officedocument.presentationml.tags+xml"/>
  <Override PartName="/ppt/tags/tag402.xml" ContentType="application/vnd.openxmlformats-officedocument.presentationml.tags+xml"/>
  <Override PartName="/ppt/tags/tag403.xml" ContentType="application/vnd.openxmlformats-officedocument.presentationml.tags+xml"/>
  <Override PartName="/ppt/tags/tag404.xml" ContentType="application/vnd.openxmlformats-officedocument.presentationml.tags+xml"/>
  <Override PartName="/ppt/tags/tag405.xml" ContentType="application/vnd.openxmlformats-officedocument.presentationml.tags+xml"/>
  <Override PartName="/ppt/tags/tag406.xml" ContentType="application/vnd.openxmlformats-officedocument.presentationml.tags+xml"/>
  <Override PartName="/ppt/tags/tag407.xml" ContentType="application/vnd.openxmlformats-officedocument.presentationml.tags+xml"/>
  <Override PartName="/ppt/tags/tag408.xml" ContentType="application/vnd.openxmlformats-officedocument.presentationml.tags+xml"/>
  <Override PartName="/ppt/tags/tag409.xml" ContentType="application/vnd.openxmlformats-officedocument.presentationml.tags+xml"/>
  <Override PartName="/ppt/tags/tag41.xml" ContentType="application/vnd.openxmlformats-officedocument.presentationml.tags+xml"/>
  <Override PartName="/ppt/tags/tag410.xml" ContentType="application/vnd.openxmlformats-officedocument.presentationml.tags+xml"/>
  <Override PartName="/ppt/tags/tag411.xml" ContentType="application/vnd.openxmlformats-officedocument.presentationml.tags+xml"/>
  <Override PartName="/ppt/tags/tag412.xml" ContentType="application/vnd.openxmlformats-officedocument.presentationml.tags+xml"/>
  <Override PartName="/ppt/tags/tag413.xml" ContentType="application/vnd.openxmlformats-officedocument.presentationml.tags+xml"/>
  <Override PartName="/ppt/tags/tag414.xml" ContentType="application/vnd.openxmlformats-officedocument.presentationml.tags+xml"/>
  <Override PartName="/ppt/tags/tag415.xml" ContentType="application/vnd.openxmlformats-officedocument.presentationml.tags+xml"/>
  <Override PartName="/ppt/tags/tag416.xml" ContentType="application/vnd.openxmlformats-officedocument.presentationml.tags+xml"/>
  <Override PartName="/ppt/tags/tag417.xml" ContentType="application/vnd.openxmlformats-officedocument.presentationml.tags+xml"/>
  <Override PartName="/ppt/tags/tag418.xml" ContentType="application/vnd.openxmlformats-officedocument.presentationml.tags+xml"/>
  <Override PartName="/ppt/tags/tag419.xml" ContentType="application/vnd.openxmlformats-officedocument.presentationml.tags+xml"/>
  <Override PartName="/ppt/tags/tag42.xml" ContentType="application/vnd.openxmlformats-officedocument.presentationml.tags+xml"/>
  <Override PartName="/ppt/tags/tag420.xml" ContentType="application/vnd.openxmlformats-officedocument.presentationml.tags+xml"/>
  <Override PartName="/ppt/tags/tag421.xml" ContentType="application/vnd.openxmlformats-officedocument.presentationml.tags+xml"/>
  <Override PartName="/ppt/tags/tag422.xml" ContentType="application/vnd.openxmlformats-officedocument.presentationml.tags+xml"/>
  <Override PartName="/ppt/tags/tag423.xml" ContentType="application/vnd.openxmlformats-officedocument.presentationml.tags+xml"/>
  <Override PartName="/ppt/tags/tag424.xml" ContentType="application/vnd.openxmlformats-officedocument.presentationml.tags+xml"/>
  <Override PartName="/ppt/tags/tag425.xml" ContentType="application/vnd.openxmlformats-officedocument.presentationml.tags+xml"/>
  <Override PartName="/ppt/tags/tag426.xml" ContentType="application/vnd.openxmlformats-officedocument.presentationml.tags+xml"/>
  <Override PartName="/ppt/tags/tag427.xml" ContentType="application/vnd.openxmlformats-officedocument.presentationml.tags+xml"/>
  <Override PartName="/ppt/tags/tag428.xml" ContentType="application/vnd.openxmlformats-officedocument.presentationml.tags+xml"/>
  <Override PartName="/ppt/tags/tag429.xml" ContentType="application/vnd.openxmlformats-officedocument.presentationml.tags+xml"/>
  <Override PartName="/ppt/tags/tag43.xml" ContentType="application/vnd.openxmlformats-officedocument.presentationml.tags+xml"/>
  <Override PartName="/ppt/tags/tag430.xml" ContentType="application/vnd.openxmlformats-officedocument.presentationml.tags+xml"/>
  <Override PartName="/ppt/tags/tag431.xml" ContentType="application/vnd.openxmlformats-officedocument.presentationml.tags+xml"/>
  <Override PartName="/ppt/tags/tag432.xml" ContentType="application/vnd.openxmlformats-officedocument.presentationml.tags+xml"/>
  <Override PartName="/ppt/tags/tag433.xml" ContentType="application/vnd.openxmlformats-officedocument.presentationml.tags+xml"/>
  <Override PartName="/ppt/tags/tag434.xml" ContentType="application/vnd.openxmlformats-officedocument.presentationml.tags+xml"/>
  <Override PartName="/ppt/tags/tag435.xml" ContentType="application/vnd.openxmlformats-officedocument.presentationml.tags+xml"/>
  <Override PartName="/ppt/tags/tag436.xml" ContentType="application/vnd.openxmlformats-officedocument.presentationml.tags+xml"/>
  <Override PartName="/ppt/tags/tag437.xml" ContentType="application/vnd.openxmlformats-officedocument.presentationml.tags+xml"/>
  <Override PartName="/ppt/tags/tag438.xml" ContentType="application/vnd.openxmlformats-officedocument.presentationml.tags+xml"/>
  <Override PartName="/ppt/tags/tag439.xml" ContentType="application/vnd.openxmlformats-officedocument.presentationml.tags+xml"/>
  <Override PartName="/ppt/tags/tag44.xml" ContentType="application/vnd.openxmlformats-officedocument.presentationml.tags+xml"/>
  <Override PartName="/ppt/tags/tag440.xml" ContentType="application/vnd.openxmlformats-officedocument.presentationml.tags+xml"/>
  <Override PartName="/ppt/tags/tag441.xml" ContentType="application/vnd.openxmlformats-officedocument.presentationml.tags+xml"/>
  <Override PartName="/ppt/tags/tag442.xml" ContentType="application/vnd.openxmlformats-officedocument.presentationml.tags+xml"/>
  <Override PartName="/ppt/tags/tag443.xml" ContentType="application/vnd.openxmlformats-officedocument.presentationml.tags+xml"/>
  <Override PartName="/ppt/tags/tag444.xml" ContentType="application/vnd.openxmlformats-officedocument.presentationml.tags+xml"/>
  <Override PartName="/ppt/tags/tag445.xml" ContentType="application/vnd.openxmlformats-officedocument.presentationml.tags+xml"/>
  <Override PartName="/ppt/tags/tag446.xml" ContentType="application/vnd.openxmlformats-officedocument.presentationml.tags+xml"/>
  <Override PartName="/ppt/tags/tag447.xml" ContentType="application/vnd.openxmlformats-officedocument.presentationml.tags+xml"/>
  <Override PartName="/ppt/tags/tag448.xml" ContentType="application/vnd.openxmlformats-officedocument.presentationml.tags+xml"/>
  <Override PartName="/ppt/tags/tag449.xml" ContentType="application/vnd.openxmlformats-officedocument.presentationml.tags+xml"/>
  <Override PartName="/ppt/tags/tag45.xml" ContentType="application/vnd.openxmlformats-officedocument.presentationml.tags+xml"/>
  <Override PartName="/ppt/tags/tag450.xml" ContentType="application/vnd.openxmlformats-officedocument.presentationml.tags+xml"/>
  <Override PartName="/ppt/tags/tag451.xml" ContentType="application/vnd.openxmlformats-officedocument.presentationml.tags+xml"/>
  <Override PartName="/ppt/tags/tag452.xml" ContentType="application/vnd.openxmlformats-officedocument.presentationml.tags+xml"/>
  <Override PartName="/ppt/tags/tag453.xml" ContentType="application/vnd.openxmlformats-officedocument.presentationml.tags+xml"/>
  <Override PartName="/ppt/tags/tag454.xml" ContentType="application/vnd.openxmlformats-officedocument.presentationml.tags+xml"/>
  <Override PartName="/ppt/tags/tag455.xml" ContentType="application/vnd.openxmlformats-officedocument.presentationml.tags+xml"/>
  <Override PartName="/ppt/tags/tag456.xml" ContentType="application/vnd.openxmlformats-officedocument.presentationml.tags+xml"/>
  <Override PartName="/ppt/tags/tag457.xml" ContentType="application/vnd.openxmlformats-officedocument.presentationml.tags+xml"/>
  <Override PartName="/ppt/tags/tag458.xml" ContentType="application/vnd.openxmlformats-officedocument.presentationml.tags+xml"/>
  <Override PartName="/ppt/tags/tag459.xml" ContentType="application/vnd.openxmlformats-officedocument.presentationml.tags+xml"/>
  <Override PartName="/ppt/tags/tag46.xml" ContentType="application/vnd.openxmlformats-officedocument.presentationml.tags+xml"/>
  <Override PartName="/ppt/tags/tag460.xml" ContentType="application/vnd.openxmlformats-officedocument.presentationml.tags+xml"/>
  <Override PartName="/ppt/tags/tag461.xml" ContentType="application/vnd.openxmlformats-officedocument.presentationml.tags+xml"/>
  <Override PartName="/ppt/tags/tag462.xml" ContentType="application/vnd.openxmlformats-officedocument.presentationml.tags+xml"/>
  <Override PartName="/ppt/tags/tag463.xml" ContentType="application/vnd.openxmlformats-officedocument.presentationml.tags+xml"/>
  <Override PartName="/ppt/tags/tag464.xml" ContentType="application/vnd.openxmlformats-officedocument.presentationml.tags+xml"/>
  <Override PartName="/ppt/tags/tag465.xml" ContentType="application/vnd.openxmlformats-officedocument.presentationml.tags+xml"/>
  <Override PartName="/ppt/tags/tag466.xml" ContentType="application/vnd.openxmlformats-officedocument.presentationml.tags+xml"/>
  <Override PartName="/ppt/tags/tag467.xml" ContentType="application/vnd.openxmlformats-officedocument.presentationml.tags+xml"/>
  <Override PartName="/ppt/tags/tag468.xml" ContentType="application/vnd.openxmlformats-officedocument.presentationml.tags+xml"/>
  <Override PartName="/ppt/tags/tag469.xml" ContentType="application/vnd.openxmlformats-officedocument.presentationml.tags+xml"/>
  <Override PartName="/ppt/tags/tag47.xml" ContentType="application/vnd.openxmlformats-officedocument.presentationml.tags+xml"/>
  <Override PartName="/ppt/tags/tag470.xml" ContentType="application/vnd.openxmlformats-officedocument.presentationml.tags+xml"/>
  <Override PartName="/ppt/tags/tag471.xml" ContentType="application/vnd.openxmlformats-officedocument.presentationml.tags+xml"/>
  <Override PartName="/ppt/tags/tag472.xml" ContentType="application/vnd.openxmlformats-officedocument.presentationml.tags+xml"/>
  <Override PartName="/ppt/tags/tag473.xml" ContentType="application/vnd.openxmlformats-officedocument.presentationml.tags+xml"/>
  <Override PartName="/ppt/tags/tag474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6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99" Type="http://schemas.openxmlformats.org/officeDocument/2006/relationships/tags" Target="../tags/tag97.xml"/><Relationship Id="rId98" Type="http://schemas.openxmlformats.org/officeDocument/2006/relationships/tags" Target="../tags/tag96.xml"/><Relationship Id="rId97" Type="http://schemas.openxmlformats.org/officeDocument/2006/relationships/tags" Target="../tags/tag95.xml"/><Relationship Id="rId96" Type="http://schemas.openxmlformats.org/officeDocument/2006/relationships/tags" Target="../tags/tag94.xml"/><Relationship Id="rId95" Type="http://schemas.openxmlformats.org/officeDocument/2006/relationships/tags" Target="../tags/tag93.xml"/><Relationship Id="rId94" Type="http://schemas.openxmlformats.org/officeDocument/2006/relationships/tags" Target="../tags/tag92.xml"/><Relationship Id="rId93" Type="http://schemas.openxmlformats.org/officeDocument/2006/relationships/tags" Target="../tags/tag91.xml"/><Relationship Id="rId92" Type="http://schemas.openxmlformats.org/officeDocument/2006/relationships/tags" Target="../tags/tag90.xml"/><Relationship Id="rId91" Type="http://schemas.openxmlformats.org/officeDocument/2006/relationships/tags" Target="../tags/tag89.xml"/><Relationship Id="rId90" Type="http://schemas.openxmlformats.org/officeDocument/2006/relationships/tags" Target="../tags/tag88.xml"/><Relationship Id="rId9" Type="http://schemas.openxmlformats.org/officeDocument/2006/relationships/tags" Target="../tags/tag8.xml"/><Relationship Id="rId89" Type="http://schemas.openxmlformats.org/officeDocument/2006/relationships/tags" Target="../tags/tag87.xml"/><Relationship Id="rId88" Type="http://schemas.openxmlformats.org/officeDocument/2006/relationships/image" Target="../media/image10.png"/><Relationship Id="rId87" Type="http://schemas.openxmlformats.org/officeDocument/2006/relationships/tags" Target="../tags/tag86.xml"/><Relationship Id="rId86" Type="http://schemas.openxmlformats.org/officeDocument/2006/relationships/tags" Target="../tags/tag85.xml"/><Relationship Id="rId85" Type="http://schemas.openxmlformats.org/officeDocument/2006/relationships/tags" Target="../tags/tag84.xml"/><Relationship Id="rId84" Type="http://schemas.openxmlformats.org/officeDocument/2006/relationships/tags" Target="../tags/tag83.xml"/><Relationship Id="rId83" Type="http://schemas.openxmlformats.org/officeDocument/2006/relationships/tags" Target="../tags/tag82.xml"/><Relationship Id="rId82" Type="http://schemas.openxmlformats.org/officeDocument/2006/relationships/tags" Target="../tags/tag81.xml"/><Relationship Id="rId81" Type="http://schemas.openxmlformats.org/officeDocument/2006/relationships/tags" Target="../tags/tag80.xml"/><Relationship Id="rId80" Type="http://schemas.openxmlformats.org/officeDocument/2006/relationships/tags" Target="../tags/tag79.xml"/><Relationship Id="rId8" Type="http://schemas.openxmlformats.org/officeDocument/2006/relationships/tags" Target="../tags/tag7.xml"/><Relationship Id="rId79" Type="http://schemas.openxmlformats.org/officeDocument/2006/relationships/tags" Target="../tags/tag78.xml"/><Relationship Id="rId78" Type="http://schemas.openxmlformats.org/officeDocument/2006/relationships/tags" Target="../tags/tag77.xml"/><Relationship Id="rId77" Type="http://schemas.openxmlformats.org/officeDocument/2006/relationships/tags" Target="../tags/tag76.xml"/><Relationship Id="rId76" Type="http://schemas.openxmlformats.org/officeDocument/2006/relationships/tags" Target="../tags/tag75.xml"/><Relationship Id="rId75" Type="http://schemas.openxmlformats.org/officeDocument/2006/relationships/tags" Target="../tags/tag74.xml"/><Relationship Id="rId74" Type="http://schemas.openxmlformats.org/officeDocument/2006/relationships/tags" Target="../tags/tag73.xml"/><Relationship Id="rId73" Type="http://schemas.openxmlformats.org/officeDocument/2006/relationships/tags" Target="../tags/tag72.xml"/><Relationship Id="rId72" Type="http://schemas.openxmlformats.org/officeDocument/2006/relationships/tags" Target="../tags/tag71.xml"/><Relationship Id="rId71" Type="http://schemas.openxmlformats.org/officeDocument/2006/relationships/tags" Target="../tags/tag70.xml"/><Relationship Id="rId70" Type="http://schemas.openxmlformats.org/officeDocument/2006/relationships/tags" Target="../tags/tag69.xml"/><Relationship Id="rId7" Type="http://schemas.openxmlformats.org/officeDocument/2006/relationships/tags" Target="../tags/tag6.xml"/><Relationship Id="rId69" Type="http://schemas.openxmlformats.org/officeDocument/2006/relationships/tags" Target="../tags/tag68.xml"/><Relationship Id="rId68" Type="http://schemas.openxmlformats.org/officeDocument/2006/relationships/tags" Target="../tags/tag67.xml"/><Relationship Id="rId67" Type="http://schemas.openxmlformats.org/officeDocument/2006/relationships/tags" Target="../tags/tag66.xml"/><Relationship Id="rId66" Type="http://schemas.openxmlformats.org/officeDocument/2006/relationships/tags" Target="../tags/tag65.xml"/><Relationship Id="rId65" Type="http://schemas.openxmlformats.org/officeDocument/2006/relationships/tags" Target="../tags/tag64.xml"/><Relationship Id="rId64" Type="http://schemas.openxmlformats.org/officeDocument/2006/relationships/tags" Target="../tags/tag63.xml"/><Relationship Id="rId63" Type="http://schemas.openxmlformats.org/officeDocument/2006/relationships/tags" Target="../tags/tag62.xml"/><Relationship Id="rId62" Type="http://schemas.openxmlformats.org/officeDocument/2006/relationships/tags" Target="../tags/tag61.xml"/><Relationship Id="rId61" Type="http://schemas.openxmlformats.org/officeDocument/2006/relationships/tags" Target="../tags/tag60.xml"/><Relationship Id="rId60" Type="http://schemas.openxmlformats.org/officeDocument/2006/relationships/tags" Target="../tags/tag59.xml"/><Relationship Id="rId6" Type="http://schemas.openxmlformats.org/officeDocument/2006/relationships/tags" Target="../tags/tag5.xml"/><Relationship Id="rId59" Type="http://schemas.openxmlformats.org/officeDocument/2006/relationships/tags" Target="../tags/tag58.xml"/><Relationship Id="rId58" Type="http://schemas.openxmlformats.org/officeDocument/2006/relationships/tags" Target="../tags/tag57.xml"/><Relationship Id="rId57" Type="http://schemas.openxmlformats.org/officeDocument/2006/relationships/tags" Target="../tags/tag56.xml"/><Relationship Id="rId56" Type="http://schemas.openxmlformats.org/officeDocument/2006/relationships/tags" Target="../tags/tag55.xml"/><Relationship Id="rId55" Type="http://schemas.openxmlformats.org/officeDocument/2006/relationships/tags" Target="../tags/tag54.xml"/><Relationship Id="rId54" Type="http://schemas.openxmlformats.org/officeDocument/2006/relationships/tags" Target="../tags/tag53.xml"/><Relationship Id="rId53" Type="http://schemas.openxmlformats.org/officeDocument/2006/relationships/tags" Target="../tags/tag52.xml"/><Relationship Id="rId52" Type="http://schemas.openxmlformats.org/officeDocument/2006/relationships/tags" Target="../tags/tag51.xml"/><Relationship Id="rId51" Type="http://schemas.openxmlformats.org/officeDocument/2006/relationships/tags" Target="../tags/tag50.xml"/><Relationship Id="rId50" Type="http://schemas.openxmlformats.org/officeDocument/2006/relationships/tags" Target="../tags/tag49.xml"/><Relationship Id="rId5" Type="http://schemas.openxmlformats.org/officeDocument/2006/relationships/tags" Target="../tags/tag4.xml"/><Relationship Id="rId49" Type="http://schemas.openxmlformats.org/officeDocument/2006/relationships/tags" Target="../tags/tag48.xml"/><Relationship Id="rId482" Type="http://schemas.openxmlformats.org/officeDocument/2006/relationships/notesSlide" Target="../notesSlides/notesSlide9.xml"/><Relationship Id="rId481" Type="http://schemas.openxmlformats.org/officeDocument/2006/relationships/slideLayout" Target="../slideLayouts/slideLayout1.xml"/><Relationship Id="rId480" Type="http://schemas.openxmlformats.org/officeDocument/2006/relationships/tags" Target="../tags/tag474.xml"/><Relationship Id="rId48" Type="http://schemas.openxmlformats.org/officeDocument/2006/relationships/tags" Target="../tags/tag47.xml"/><Relationship Id="rId479" Type="http://schemas.openxmlformats.org/officeDocument/2006/relationships/tags" Target="../tags/tag473.xml"/><Relationship Id="rId478" Type="http://schemas.openxmlformats.org/officeDocument/2006/relationships/tags" Target="../tags/tag472.xml"/><Relationship Id="rId477" Type="http://schemas.openxmlformats.org/officeDocument/2006/relationships/tags" Target="../tags/tag471.xml"/><Relationship Id="rId476" Type="http://schemas.openxmlformats.org/officeDocument/2006/relationships/tags" Target="../tags/tag470.xml"/><Relationship Id="rId475" Type="http://schemas.openxmlformats.org/officeDocument/2006/relationships/tags" Target="../tags/tag469.xml"/><Relationship Id="rId474" Type="http://schemas.openxmlformats.org/officeDocument/2006/relationships/tags" Target="../tags/tag468.xml"/><Relationship Id="rId473" Type="http://schemas.openxmlformats.org/officeDocument/2006/relationships/tags" Target="../tags/tag467.xml"/><Relationship Id="rId472" Type="http://schemas.openxmlformats.org/officeDocument/2006/relationships/tags" Target="../tags/tag466.xml"/><Relationship Id="rId471" Type="http://schemas.openxmlformats.org/officeDocument/2006/relationships/tags" Target="../tags/tag465.xml"/><Relationship Id="rId470" Type="http://schemas.openxmlformats.org/officeDocument/2006/relationships/tags" Target="../tags/tag464.xml"/><Relationship Id="rId47" Type="http://schemas.openxmlformats.org/officeDocument/2006/relationships/tags" Target="../tags/tag46.xml"/><Relationship Id="rId469" Type="http://schemas.openxmlformats.org/officeDocument/2006/relationships/tags" Target="../tags/tag463.xml"/><Relationship Id="rId468" Type="http://schemas.openxmlformats.org/officeDocument/2006/relationships/tags" Target="../tags/tag462.xml"/><Relationship Id="rId467" Type="http://schemas.openxmlformats.org/officeDocument/2006/relationships/tags" Target="../tags/tag461.xml"/><Relationship Id="rId466" Type="http://schemas.openxmlformats.org/officeDocument/2006/relationships/tags" Target="../tags/tag460.xml"/><Relationship Id="rId465" Type="http://schemas.openxmlformats.org/officeDocument/2006/relationships/tags" Target="../tags/tag459.xml"/><Relationship Id="rId464" Type="http://schemas.openxmlformats.org/officeDocument/2006/relationships/tags" Target="../tags/tag458.xml"/><Relationship Id="rId463" Type="http://schemas.openxmlformats.org/officeDocument/2006/relationships/tags" Target="../tags/tag457.xml"/><Relationship Id="rId462" Type="http://schemas.openxmlformats.org/officeDocument/2006/relationships/tags" Target="../tags/tag456.xml"/><Relationship Id="rId461" Type="http://schemas.openxmlformats.org/officeDocument/2006/relationships/tags" Target="../tags/tag455.xml"/><Relationship Id="rId460" Type="http://schemas.openxmlformats.org/officeDocument/2006/relationships/tags" Target="../tags/tag454.xml"/><Relationship Id="rId46" Type="http://schemas.openxmlformats.org/officeDocument/2006/relationships/tags" Target="../tags/tag45.xml"/><Relationship Id="rId459" Type="http://schemas.openxmlformats.org/officeDocument/2006/relationships/tags" Target="../tags/tag453.xml"/><Relationship Id="rId458" Type="http://schemas.openxmlformats.org/officeDocument/2006/relationships/tags" Target="../tags/tag452.xml"/><Relationship Id="rId457" Type="http://schemas.openxmlformats.org/officeDocument/2006/relationships/tags" Target="../tags/tag451.xml"/><Relationship Id="rId456" Type="http://schemas.openxmlformats.org/officeDocument/2006/relationships/tags" Target="../tags/tag450.xml"/><Relationship Id="rId455" Type="http://schemas.openxmlformats.org/officeDocument/2006/relationships/tags" Target="../tags/tag449.xml"/><Relationship Id="rId454" Type="http://schemas.openxmlformats.org/officeDocument/2006/relationships/tags" Target="../tags/tag448.xml"/><Relationship Id="rId453" Type="http://schemas.openxmlformats.org/officeDocument/2006/relationships/tags" Target="../tags/tag447.xml"/><Relationship Id="rId452" Type="http://schemas.openxmlformats.org/officeDocument/2006/relationships/tags" Target="../tags/tag446.xml"/><Relationship Id="rId451" Type="http://schemas.openxmlformats.org/officeDocument/2006/relationships/tags" Target="../tags/tag445.xml"/><Relationship Id="rId450" Type="http://schemas.openxmlformats.org/officeDocument/2006/relationships/tags" Target="../tags/tag444.xml"/><Relationship Id="rId45" Type="http://schemas.openxmlformats.org/officeDocument/2006/relationships/tags" Target="../tags/tag44.xml"/><Relationship Id="rId449" Type="http://schemas.openxmlformats.org/officeDocument/2006/relationships/tags" Target="../tags/tag443.xml"/><Relationship Id="rId448" Type="http://schemas.openxmlformats.org/officeDocument/2006/relationships/tags" Target="../tags/tag442.xml"/><Relationship Id="rId447" Type="http://schemas.openxmlformats.org/officeDocument/2006/relationships/tags" Target="../tags/tag441.xml"/><Relationship Id="rId446" Type="http://schemas.openxmlformats.org/officeDocument/2006/relationships/tags" Target="../tags/tag440.xml"/><Relationship Id="rId445" Type="http://schemas.openxmlformats.org/officeDocument/2006/relationships/tags" Target="../tags/tag439.xml"/><Relationship Id="rId444" Type="http://schemas.openxmlformats.org/officeDocument/2006/relationships/tags" Target="../tags/tag438.xml"/><Relationship Id="rId443" Type="http://schemas.openxmlformats.org/officeDocument/2006/relationships/tags" Target="../tags/tag437.xml"/><Relationship Id="rId442" Type="http://schemas.openxmlformats.org/officeDocument/2006/relationships/tags" Target="../tags/tag436.xml"/><Relationship Id="rId441" Type="http://schemas.openxmlformats.org/officeDocument/2006/relationships/tags" Target="../tags/tag435.xml"/><Relationship Id="rId440" Type="http://schemas.openxmlformats.org/officeDocument/2006/relationships/tags" Target="../tags/tag434.xml"/><Relationship Id="rId44" Type="http://schemas.openxmlformats.org/officeDocument/2006/relationships/tags" Target="../tags/tag43.xml"/><Relationship Id="rId439" Type="http://schemas.openxmlformats.org/officeDocument/2006/relationships/tags" Target="../tags/tag433.xml"/><Relationship Id="rId438" Type="http://schemas.openxmlformats.org/officeDocument/2006/relationships/tags" Target="../tags/tag432.xml"/><Relationship Id="rId437" Type="http://schemas.openxmlformats.org/officeDocument/2006/relationships/tags" Target="../tags/tag431.xml"/><Relationship Id="rId436" Type="http://schemas.openxmlformats.org/officeDocument/2006/relationships/tags" Target="../tags/tag430.xml"/><Relationship Id="rId435" Type="http://schemas.openxmlformats.org/officeDocument/2006/relationships/tags" Target="../tags/tag429.xml"/><Relationship Id="rId434" Type="http://schemas.openxmlformats.org/officeDocument/2006/relationships/tags" Target="../tags/tag428.xml"/><Relationship Id="rId433" Type="http://schemas.openxmlformats.org/officeDocument/2006/relationships/tags" Target="../tags/tag427.xml"/><Relationship Id="rId432" Type="http://schemas.openxmlformats.org/officeDocument/2006/relationships/tags" Target="../tags/tag426.xml"/><Relationship Id="rId431" Type="http://schemas.openxmlformats.org/officeDocument/2006/relationships/tags" Target="../tags/tag425.xml"/><Relationship Id="rId430" Type="http://schemas.openxmlformats.org/officeDocument/2006/relationships/tags" Target="../tags/tag424.xml"/><Relationship Id="rId43" Type="http://schemas.openxmlformats.org/officeDocument/2006/relationships/tags" Target="../tags/tag42.xml"/><Relationship Id="rId429" Type="http://schemas.openxmlformats.org/officeDocument/2006/relationships/tags" Target="../tags/tag423.xml"/><Relationship Id="rId428" Type="http://schemas.openxmlformats.org/officeDocument/2006/relationships/tags" Target="../tags/tag422.xml"/><Relationship Id="rId427" Type="http://schemas.openxmlformats.org/officeDocument/2006/relationships/tags" Target="../tags/tag421.xml"/><Relationship Id="rId426" Type="http://schemas.openxmlformats.org/officeDocument/2006/relationships/tags" Target="../tags/tag420.xml"/><Relationship Id="rId425" Type="http://schemas.openxmlformats.org/officeDocument/2006/relationships/tags" Target="../tags/tag419.xml"/><Relationship Id="rId424" Type="http://schemas.openxmlformats.org/officeDocument/2006/relationships/tags" Target="../tags/tag418.xml"/><Relationship Id="rId423" Type="http://schemas.openxmlformats.org/officeDocument/2006/relationships/tags" Target="../tags/tag417.xml"/><Relationship Id="rId422" Type="http://schemas.openxmlformats.org/officeDocument/2006/relationships/tags" Target="../tags/tag416.xml"/><Relationship Id="rId421" Type="http://schemas.openxmlformats.org/officeDocument/2006/relationships/tags" Target="../tags/tag415.xml"/><Relationship Id="rId420" Type="http://schemas.openxmlformats.org/officeDocument/2006/relationships/tags" Target="../tags/tag414.xml"/><Relationship Id="rId42" Type="http://schemas.openxmlformats.org/officeDocument/2006/relationships/tags" Target="../tags/tag41.xml"/><Relationship Id="rId419" Type="http://schemas.openxmlformats.org/officeDocument/2006/relationships/tags" Target="../tags/tag413.xml"/><Relationship Id="rId418" Type="http://schemas.openxmlformats.org/officeDocument/2006/relationships/tags" Target="../tags/tag412.xml"/><Relationship Id="rId417" Type="http://schemas.openxmlformats.org/officeDocument/2006/relationships/tags" Target="../tags/tag411.xml"/><Relationship Id="rId416" Type="http://schemas.openxmlformats.org/officeDocument/2006/relationships/tags" Target="../tags/tag410.xml"/><Relationship Id="rId415" Type="http://schemas.openxmlformats.org/officeDocument/2006/relationships/tags" Target="../tags/tag409.xml"/><Relationship Id="rId414" Type="http://schemas.openxmlformats.org/officeDocument/2006/relationships/tags" Target="../tags/tag408.xml"/><Relationship Id="rId413" Type="http://schemas.openxmlformats.org/officeDocument/2006/relationships/tags" Target="../tags/tag407.xml"/><Relationship Id="rId412" Type="http://schemas.openxmlformats.org/officeDocument/2006/relationships/tags" Target="../tags/tag406.xml"/><Relationship Id="rId411" Type="http://schemas.openxmlformats.org/officeDocument/2006/relationships/tags" Target="../tags/tag405.xml"/><Relationship Id="rId410" Type="http://schemas.openxmlformats.org/officeDocument/2006/relationships/tags" Target="../tags/tag404.xml"/><Relationship Id="rId41" Type="http://schemas.openxmlformats.org/officeDocument/2006/relationships/tags" Target="../tags/tag40.xml"/><Relationship Id="rId409" Type="http://schemas.openxmlformats.org/officeDocument/2006/relationships/tags" Target="../tags/tag403.xml"/><Relationship Id="rId408" Type="http://schemas.openxmlformats.org/officeDocument/2006/relationships/image" Target="../media/image14.png"/><Relationship Id="rId407" Type="http://schemas.openxmlformats.org/officeDocument/2006/relationships/tags" Target="../tags/tag402.xml"/><Relationship Id="rId406" Type="http://schemas.openxmlformats.org/officeDocument/2006/relationships/tags" Target="../tags/tag401.xml"/><Relationship Id="rId405" Type="http://schemas.openxmlformats.org/officeDocument/2006/relationships/tags" Target="../tags/tag400.xml"/><Relationship Id="rId404" Type="http://schemas.openxmlformats.org/officeDocument/2006/relationships/tags" Target="../tags/tag399.xml"/><Relationship Id="rId403" Type="http://schemas.openxmlformats.org/officeDocument/2006/relationships/tags" Target="../tags/tag398.xml"/><Relationship Id="rId402" Type="http://schemas.openxmlformats.org/officeDocument/2006/relationships/tags" Target="../tags/tag397.xml"/><Relationship Id="rId401" Type="http://schemas.openxmlformats.org/officeDocument/2006/relationships/tags" Target="../tags/tag396.xml"/><Relationship Id="rId400" Type="http://schemas.openxmlformats.org/officeDocument/2006/relationships/tags" Target="../tags/tag395.xml"/><Relationship Id="rId40" Type="http://schemas.openxmlformats.org/officeDocument/2006/relationships/tags" Target="../tags/tag39.xml"/><Relationship Id="rId4" Type="http://schemas.openxmlformats.org/officeDocument/2006/relationships/image" Target="../media/image9.png"/><Relationship Id="rId399" Type="http://schemas.openxmlformats.org/officeDocument/2006/relationships/tags" Target="../tags/tag394.xml"/><Relationship Id="rId398" Type="http://schemas.openxmlformats.org/officeDocument/2006/relationships/tags" Target="../tags/tag393.xml"/><Relationship Id="rId397" Type="http://schemas.openxmlformats.org/officeDocument/2006/relationships/tags" Target="../tags/tag392.xml"/><Relationship Id="rId396" Type="http://schemas.openxmlformats.org/officeDocument/2006/relationships/tags" Target="../tags/tag391.xml"/><Relationship Id="rId395" Type="http://schemas.openxmlformats.org/officeDocument/2006/relationships/tags" Target="../tags/tag390.xml"/><Relationship Id="rId394" Type="http://schemas.openxmlformats.org/officeDocument/2006/relationships/tags" Target="../tags/tag389.xml"/><Relationship Id="rId393" Type="http://schemas.openxmlformats.org/officeDocument/2006/relationships/tags" Target="../tags/tag388.xml"/><Relationship Id="rId392" Type="http://schemas.openxmlformats.org/officeDocument/2006/relationships/tags" Target="../tags/tag387.xml"/><Relationship Id="rId391" Type="http://schemas.openxmlformats.org/officeDocument/2006/relationships/tags" Target="../tags/tag386.xml"/><Relationship Id="rId390" Type="http://schemas.openxmlformats.org/officeDocument/2006/relationships/tags" Target="../tags/tag385.xml"/><Relationship Id="rId39" Type="http://schemas.openxmlformats.org/officeDocument/2006/relationships/tags" Target="../tags/tag38.xml"/><Relationship Id="rId389" Type="http://schemas.openxmlformats.org/officeDocument/2006/relationships/tags" Target="../tags/tag384.xml"/><Relationship Id="rId388" Type="http://schemas.openxmlformats.org/officeDocument/2006/relationships/tags" Target="../tags/tag383.xml"/><Relationship Id="rId387" Type="http://schemas.openxmlformats.org/officeDocument/2006/relationships/tags" Target="../tags/tag382.xml"/><Relationship Id="rId386" Type="http://schemas.openxmlformats.org/officeDocument/2006/relationships/tags" Target="../tags/tag381.xml"/><Relationship Id="rId385" Type="http://schemas.openxmlformats.org/officeDocument/2006/relationships/tags" Target="../tags/tag380.xml"/><Relationship Id="rId384" Type="http://schemas.openxmlformats.org/officeDocument/2006/relationships/tags" Target="../tags/tag379.xml"/><Relationship Id="rId383" Type="http://schemas.openxmlformats.org/officeDocument/2006/relationships/tags" Target="../tags/tag378.xml"/><Relationship Id="rId382" Type="http://schemas.openxmlformats.org/officeDocument/2006/relationships/tags" Target="../tags/tag377.xml"/><Relationship Id="rId381" Type="http://schemas.openxmlformats.org/officeDocument/2006/relationships/tags" Target="../tags/tag376.xml"/><Relationship Id="rId380" Type="http://schemas.openxmlformats.org/officeDocument/2006/relationships/tags" Target="../tags/tag375.xml"/><Relationship Id="rId38" Type="http://schemas.openxmlformats.org/officeDocument/2006/relationships/tags" Target="../tags/tag37.xml"/><Relationship Id="rId379" Type="http://schemas.openxmlformats.org/officeDocument/2006/relationships/tags" Target="../tags/tag374.xml"/><Relationship Id="rId378" Type="http://schemas.openxmlformats.org/officeDocument/2006/relationships/tags" Target="../tags/tag373.xml"/><Relationship Id="rId377" Type="http://schemas.openxmlformats.org/officeDocument/2006/relationships/tags" Target="../tags/tag372.xml"/><Relationship Id="rId376" Type="http://schemas.openxmlformats.org/officeDocument/2006/relationships/tags" Target="../tags/tag371.xml"/><Relationship Id="rId375" Type="http://schemas.openxmlformats.org/officeDocument/2006/relationships/tags" Target="../tags/tag370.xml"/><Relationship Id="rId374" Type="http://schemas.openxmlformats.org/officeDocument/2006/relationships/tags" Target="../tags/tag369.xml"/><Relationship Id="rId373" Type="http://schemas.openxmlformats.org/officeDocument/2006/relationships/tags" Target="../tags/tag368.xml"/><Relationship Id="rId372" Type="http://schemas.openxmlformats.org/officeDocument/2006/relationships/tags" Target="../tags/tag367.xml"/><Relationship Id="rId371" Type="http://schemas.openxmlformats.org/officeDocument/2006/relationships/tags" Target="../tags/tag366.xml"/><Relationship Id="rId370" Type="http://schemas.openxmlformats.org/officeDocument/2006/relationships/tags" Target="../tags/tag365.xml"/><Relationship Id="rId37" Type="http://schemas.openxmlformats.org/officeDocument/2006/relationships/tags" Target="../tags/tag36.xml"/><Relationship Id="rId369" Type="http://schemas.openxmlformats.org/officeDocument/2006/relationships/tags" Target="../tags/tag364.xml"/><Relationship Id="rId368" Type="http://schemas.openxmlformats.org/officeDocument/2006/relationships/tags" Target="../tags/tag363.xml"/><Relationship Id="rId367" Type="http://schemas.openxmlformats.org/officeDocument/2006/relationships/tags" Target="../tags/tag362.xml"/><Relationship Id="rId366" Type="http://schemas.openxmlformats.org/officeDocument/2006/relationships/tags" Target="../tags/tag361.xml"/><Relationship Id="rId365" Type="http://schemas.openxmlformats.org/officeDocument/2006/relationships/tags" Target="../tags/tag360.xml"/><Relationship Id="rId364" Type="http://schemas.openxmlformats.org/officeDocument/2006/relationships/tags" Target="../tags/tag359.xml"/><Relationship Id="rId363" Type="http://schemas.openxmlformats.org/officeDocument/2006/relationships/tags" Target="../tags/tag358.xml"/><Relationship Id="rId362" Type="http://schemas.openxmlformats.org/officeDocument/2006/relationships/tags" Target="../tags/tag357.xml"/><Relationship Id="rId361" Type="http://schemas.openxmlformats.org/officeDocument/2006/relationships/tags" Target="../tags/tag356.xml"/><Relationship Id="rId360" Type="http://schemas.openxmlformats.org/officeDocument/2006/relationships/tags" Target="../tags/tag355.xml"/><Relationship Id="rId36" Type="http://schemas.openxmlformats.org/officeDocument/2006/relationships/tags" Target="../tags/tag35.xml"/><Relationship Id="rId359" Type="http://schemas.openxmlformats.org/officeDocument/2006/relationships/tags" Target="../tags/tag354.xml"/><Relationship Id="rId358" Type="http://schemas.openxmlformats.org/officeDocument/2006/relationships/tags" Target="../tags/tag353.xml"/><Relationship Id="rId357" Type="http://schemas.openxmlformats.org/officeDocument/2006/relationships/tags" Target="../tags/tag352.xml"/><Relationship Id="rId356" Type="http://schemas.openxmlformats.org/officeDocument/2006/relationships/tags" Target="../tags/tag351.xml"/><Relationship Id="rId355" Type="http://schemas.openxmlformats.org/officeDocument/2006/relationships/tags" Target="../tags/tag350.xml"/><Relationship Id="rId354" Type="http://schemas.openxmlformats.org/officeDocument/2006/relationships/tags" Target="../tags/tag349.xml"/><Relationship Id="rId353" Type="http://schemas.openxmlformats.org/officeDocument/2006/relationships/tags" Target="../tags/tag348.xml"/><Relationship Id="rId352" Type="http://schemas.openxmlformats.org/officeDocument/2006/relationships/tags" Target="../tags/tag347.xml"/><Relationship Id="rId351" Type="http://schemas.openxmlformats.org/officeDocument/2006/relationships/tags" Target="../tags/tag346.xml"/><Relationship Id="rId350" Type="http://schemas.openxmlformats.org/officeDocument/2006/relationships/tags" Target="../tags/tag345.xml"/><Relationship Id="rId35" Type="http://schemas.openxmlformats.org/officeDocument/2006/relationships/tags" Target="../tags/tag34.xml"/><Relationship Id="rId349" Type="http://schemas.openxmlformats.org/officeDocument/2006/relationships/tags" Target="../tags/tag344.xml"/><Relationship Id="rId348" Type="http://schemas.openxmlformats.org/officeDocument/2006/relationships/tags" Target="../tags/tag343.xml"/><Relationship Id="rId347" Type="http://schemas.openxmlformats.org/officeDocument/2006/relationships/tags" Target="../tags/tag342.xml"/><Relationship Id="rId346" Type="http://schemas.openxmlformats.org/officeDocument/2006/relationships/tags" Target="../tags/tag341.xml"/><Relationship Id="rId345" Type="http://schemas.openxmlformats.org/officeDocument/2006/relationships/tags" Target="../tags/tag340.xml"/><Relationship Id="rId344" Type="http://schemas.openxmlformats.org/officeDocument/2006/relationships/tags" Target="../tags/tag339.xml"/><Relationship Id="rId343" Type="http://schemas.openxmlformats.org/officeDocument/2006/relationships/tags" Target="../tags/tag338.xml"/><Relationship Id="rId342" Type="http://schemas.openxmlformats.org/officeDocument/2006/relationships/tags" Target="../tags/tag337.xml"/><Relationship Id="rId341" Type="http://schemas.openxmlformats.org/officeDocument/2006/relationships/tags" Target="../tags/tag336.xml"/><Relationship Id="rId340" Type="http://schemas.openxmlformats.org/officeDocument/2006/relationships/tags" Target="../tags/tag335.xml"/><Relationship Id="rId34" Type="http://schemas.openxmlformats.org/officeDocument/2006/relationships/tags" Target="../tags/tag33.xml"/><Relationship Id="rId339" Type="http://schemas.openxmlformats.org/officeDocument/2006/relationships/tags" Target="../tags/tag334.xml"/><Relationship Id="rId338" Type="http://schemas.openxmlformats.org/officeDocument/2006/relationships/tags" Target="../tags/tag333.xml"/><Relationship Id="rId337" Type="http://schemas.openxmlformats.org/officeDocument/2006/relationships/tags" Target="../tags/tag332.xml"/><Relationship Id="rId336" Type="http://schemas.openxmlformats.org/officeDocument/2006/relationships/tags" Target="../tags/tag331.xml"/><Relationship Id="rId335" Type="http://schemas.openxmlformats.org/officeDocument/2006/relationships/tags" Target="../tags/tag330.xml"/><Relationship Id="rId334" Type="http://schemas.openxmlformats.org/officeDocument/2006/relationships/tags" Target="../tags/tag329.xml"/><Relationship Id="rId333" Type="http://schemas.openxmlformats.org/officeDocument/2006/relationships/tags" Target="../tags/tag328.xml"/><Relationship Id="rId332" Type="http://schemas.openxmlformats.org/officeDocument/2006/relationships/tags" Target="../tags/tag327.xml"/><Relationship Id="rId331" Type="http://schemas.openxmlformats.org/officeDocument/2006/relationships/tags" Target="../tags/tag326.xml"/><Relationship Id="rId330" Type="http://schemas.openxmlformats.org/officeDocument/2006/relationships/tags" Target="../tags/tag325.xml"/><Relationship Id="rId33" Type="http://schemas.openxmlformats.org/officeDocument/2006/relationships/tags" Target="../tags/tag32.xml"/><Relationship Id="rId329" Type="http://schemas.openxmlformats.org/officeDocument/2006/relationships/tags" Target="../tags/tag324.xml"/><Relationship Id="rId328" Type="http://schemas.openxmlformats.org/officeDocument/2006/relationships/tags" Target="../tags/tag323.xml"/><Relationship Id="rId327" Type="http://schemas.openxmlformats.org/officeDocument/2006/relationships/tags" Target="../tags/tag322.xml"/><Relationship Id="rId326" Type="http://schemas.openxmlformats.org/officeDocument/2006/relationships/tags" Target="../tags/tag321.xml"/><Relationship Id="rId325" Type="http://schemas.openxmlformats.org/officeDocument/2006/relationships/tags" Target="../tags/tag320.xml"/><Relationship Id="rId324" Type="http://schemas.openxmlformats.org/officeDocument/2006/relationships/image" Target="../media/image13.png"/><Relationship Id="rId323" Type="http://schemas.openxmlformats.org/officeDocument/2006/relationships/tags" Target="../tags/tag319.xml"/><Relationship Id="rId322" Type="http://schemas.openxmlformats.org/officeDocument/2006/relationships/tags" Target="../tags/tag318.xml"/><Relationship Id="rId321" Type="http://schemas.openxmlformats.org/officeDocument/2006/relationships/tags" Target="../tags/tag317.xml"/><Relationship Id="rId320" Type="http://schemas.openxmlformats.org/officeDocument/2006/relationships/tags" Target="../tags/tag316.xml"/><Relationship Id="rId32" Type="http://schemas.openxmlformats.org/officeDocument/2006/relationships/tags" Target="../tags/tag31.xml"/><Relationship Id="rId319" Type="http://schemas.openxmlformats.org/officeDocument/2006/relationships/tags" Target="../tags/tag315.xml"/><Relationship Id="rId318" Type="http://schemas.openxmlformats.org/officeDocument/2006/relationships/tags" Target="../tags/tag314.xml"/><Relationship Id="rId317" Type="http://schemas.openxmlformats.org/officeDocument/2006/relationships/tags" Target="../tags/tag313.xml"/><Relationship Id="rId316" Type="http://schemas.openxmlformats.org/officeDocument/2006/relationships/tags" Target="../tags/tag312.xml"/><Relationship Id="rId315" Type="http://schemas.openxmlformats.org/officeDocument/2006/relationships/tags" Target="../tags/tag311.xml"/><Relationship Id="rId314" Type="http://schemas.openxmlformats.org/officeDocument/2006/relationships/tags" Target="../tags/tag310.xml"/><Relationship Id="rId313" Type="http://schemas.openxmlformats.org/officeDocument/2006/relationships/tags" Target="../tags/tag309.xml"/><Relationship Id="rId312" Type="http://schemas.openxmlformats.org/officeDocument/2006/relationships/tags" Target="../tags/tag308.xml"/><Relationship Id="rId311" Type="http://schemas.openxmlformats.org/officeDocument/2006/relationships/tags" Target="../tags/tag307.xml"/><Relationship Id="rId310" Type="http://schemas.openxmlformats.org/officeDocument/2006/relationships/tags" Target="../tags/tag306.xml"/><Relationship Id="rId31" Type="http://schemas.openxmlformats.org/officeDocument/2006/relationships/tags" Target="../tags/tag30.xml"/><Relationship Id="rId309" Type="http://schemas.openxmlformats.org/officeDocument/2006/relationships/tags" Target="../tags/tag305.xml"/><Relationship Id="rId308" Type="http://schemas.openxmlformats.org/officeDocument/2006/relationships/tags" Target="../tags/tag304.xml"/><Relationship Id="rId307" Type="http://schemas.openxmlformats.org/officeDocument/2006/relationships/tags" Target="../tags/tag303.xml"/><Relationship Id="rId306" Type="http://schemas.openxmlformats.org/officeDocument/2006/relationships/tags" Target="../tags/tag302.xml"/><Relationship Id="rId305" Type="http://schemas.openxmlformats.org/officeDocument/2006/relationships/tags" Target="../tags/tag301.xml"/><Relationship Id="rId304" Type="http://schemas.openxmlformats.org/officeDocument/2006/relationships/tags" Target="../tags/tag300.xml"/><Relationship Id="rId303" Type="http://schemas.openxmlformats.org/officeDocument/2006/relationships/tags" Target="../tags/tag299.xml"/><Relationship Id="rId302" Type="http://schemas.openxmlformats.org/officeDocument/2006/relationships/tags" Target="../tags/tag298.xml"/><Relationship Id="rId301" Type="http://schemas.openxmlformats.org/officeDocument/2006/relationships/tags" Target="../tags/tag297.xml"/><Relationship Id="rId300" Type="http://schemas.openxmlformats.org/officeDocument/2006/relationships/tags" Target="../tags/tag296.xml"/><Relationship Id="rId30" Type="http://schemas.openxmlformats.org/officeDocument/2006/relationships/tags" Target="../tags/tag29.xml"/><Relationship Id="rId3" Type="http://schemas.openxmlformats.org/officeDocument/2006/relationships/tags" Target="../tags/tag3.xml"/><Relationship Id="rId299" Type="http://schemas.openxmlformats.org/officeDocument/2006/relationships/tags" Target="../tags/tag295.xml"/><Relationship Id="rId298" Type="http://schemas.openxmlformats.org/officeDocument/2006/relationships/tags" Target="../tags/tag294.xml"/><Relationship Id="rId297" Type="http://schemas.openxmlformats.org/officeDocument/2006/relationships/tags" Target="../tags/tag293.xml"/><Relationship Id="rId296" Type="http://schemas.openxmlformats.org/officeDocument/2006/relationships/tags" Target="../tags/tag292.xml"/><Relationship Id="rId295" Type="http://schemas.openxmlformats.org/officeDocument/2006/relationships/tags" Target="../tags/tag291.xml"/><Relationship Id="rId294" Type="http://schemas.openxmlformats.org/officeDocument/2006/relationships/tags" Target="../tags/tag290.xml"/><Relationship Id="rId293" Type="http://schemas.openxmlformats.org/officeDocument/2006/relationships/tags" Target="../tags/tag289.xml"/><Relationship Id="rId292" Type="http://schemas.openxmlformats.org/officeDocument/2006/relationships/tags" Target="../tags/tag288.xml"/><Relationship Id="rId291" Type="http://schemas.openxmlformats.org/officeDocument/2006/relationships/tags" Target="../tags/tag287.xml"/><Relationship Id="rId290" Type="http://schemas.openxmlformats.org/officeDocument/2006/relationships/tags" Target="../tags/tag286.xml"/><Relationship Id="rId29" Type="http://schemas.openxmlformats.org/officeDocument/2006/relationships/tags" Target="../tags/tag28.xml"/><Relationship Id="rId289" Type="http://schemas.openxmlformats.org/officeDocument/2006/relationships/tags" Target="../tags/tag285.xml"/><Relationship Id="rId288" Type="http://schemas.openxmlformats.org/officeDocument/2006/relationships/tags" Target="../tags/tag284.xml"/><Relationship Id="rId287" Type="http://schemas.openxmlformats.org/officeDocument/2006/relationships/tags" Target="../tags/tag283.xml"/><Relationship Id="rId286" Type="http://schemas.openxmlformats.org/officeDocument/2006/relationships/tags" Target="../tags/tag282.xml"/><Relationship Id="rId285" Type="http://schemas.openxmlformats.org/officeDocument/2006/relationships/tags" Target="../tags/tag281.xml"/><Relationship Id="rId284" Type="http://schemas.openxmlformats.org/officeDocument/2006/relationships/tags" Target="../tags/tag280.xml"/><Relationship Id="rId283" Type="http://schemas.openxmlformats.org/officeDocument/2006/relationships/tags" Target="../tags/tag279.xml"/><Relationship Id="rId282" Type="http://schemas.openxmlformats.org/officeDocument/2006/relationships/tags" Target="../tags/tag278.xml"/><Relationship Id="rId281" Type="http://schemas.openxmlformats.org/officeDocument/2006/relationships/tags" Target="../tags/tag277.xml"/><Relationship Id="rId280" Type="http://schemas.openxmlformats.org/officeDocument/2006/relationships/tags" Target="../tags/tag276.xml"/><Relationship Id="rId28" Type="http://schemas.openxmlformats.org/officeDocument/2006/relationships/tags" Target="../tags/tag27.xml"/><Relationship Id="rId279" Type="http://schemas.openxmlformats.org/officeDocument/2006/relationships/tags" Target="../tags/tag275.xml"/><Relationship Id="rId278" Type="http://schemas.openxmlformats.org/officeDocument/2006/relationships/tags" Target="../tags/tag274.xml"/><Relationship Id="rId277" Type="http://schemas.openxmlformats.org/officeDocument/2006/relationships/tags" Target="../tags/tag273.xml"/><Relationship Id="rId276" Type="http://schemas.openxmlformats.org/officeDocument/2006/relationships/tags" Target="../tags/tag272.xml"/><Relationship Id="rId275" Type="http://schemas.openxmlformats.org/officeDocument/2006/relationships/tags" Target="../tags/tag271.xml"/><Relationship Id="rId274" Type="http://schemas.openxmlformats.org/officeDocument/2006/relationships/tags" Target="../tags/tag270.xml"/><Relationship Id="rId273" Type="http://schemas.openxmlformats.org/officeDocument/2006/relationships/tags" Target="../tags/tag269.xml"/><Relationship Id="rId272" Type="http://schemas.openxmlformats.org/officeDocument/2006/relationships/tags" Target="../tags/tag268.xml"/><Relationship Id="rId271" Type="http://schemas.openxmlformats.org/officeDocument/2006/relationships/tags" Target="../tags/tag267.xml"/><Relationship Id="rId270" Type="http://schemas.openxmlformats.org/officeDocument/2006/relationships/tags" Target="../tags/tag266.xml"/><Relationship Id="rId27" Type="http://schemas.openxmlformats.org/officeDocument/2006/relationships/tags" Target="../tags/tag26.xml"/><Relationship Id="rId269" Type="http://schemas.openxmlformats.org/officeDocument/2006/relationships/tags" Target="../tags/tag265.xml"/><Relationship Id="rId268" Type="http://schemas.openxmlformats.org/officeDocument/2006/relationships/tags" Target="../tags/tag264.xml"/><Relationship Id="rId267" Type="http://schemas.openxmlformats.org/officeDocument/2006/relationships/tags" Target="../tags/tag263.xml"/><Relationship Id="rId266" Type="http://schemas.openxmlformats.org/officeDocument/2006/relationships/tags" Target="../tags/tag262.xml"/><Relationship Id="rId265" Type="http://schemas.openxmlformats.org/officeDocument/2006/relationships/tags" Target="../tags/tag261.xml"/><Relationship Id="rId264" Type="http://schemas.openxmlformats.org/officeDocument/2006/relationships/tags" Target="../tags/tag260.xml"/><Relationship Id="rId263" Type="http://schemas.openxmlformats.org/officeDocument/2006/relationships/tags" Target="../tags/tag259.xml"/><Relationship Id="rId262" Type="http://schemas.openxmlformats.org/officeDocument/2006/relationships/tags" Target="../tags/tag258.xml"/><Relationship Id="rId261" Type="http://schemas.openxmlformats.org/officeDocument/2006/relationships/tags" Target="../tags/tag257.xml"/><Relationship Id="rId260" Type="http://schemas.openxmlformats.org/officeDocument/2006/relationships/tags" Target="../tags/tag256.xml"/><Relationship Id="rId26" Type="http://schemas.openxmlformats.org/officeDocument/2006/relationships/tags" Target="../tags/tag25.xml"/><Relationship Id="rId259" Type="http://schemas.openxmlformats.org/officeDocument/2006/relationships/tags" Target="../tags/tag255.xml"/><Relationship Id="rId258" Type="http://schemas.openxmlformats.org/officeDocument/2006/relationships/tags" Target="../tags/tag254.xml"/><Relationship Id="rId257" Type="http://schemas.openxmlformats.org/officeDocument/2006/relationships/tags" Target="../tags/tag253.xml"/><Relationship Id="rId256" Type="http://schemas.openxmlformats.org/officeDocument/2006/relationships/tags" Target="../tags/tag252.xml"/><Relationship Id="rId255" Type="http://schemas.openxmlformats.org/officeDocument/2006/relationships/tags" Target="../tags/tag251.xml"/><Relationship Id="rId254" Type="http://schemas.openxmlformats.org/officeDocument/2006/relationships/tags" Target="../tags/tag250.xml"/><Relationship Id="rId253" Type="http://schemas.openxmlformats.org/officeDocument/2006/relationships/tags" Target="../tags/tag249.xml"/><Relationship Id="rId252" Type="http://schemas.openxmlformats.org/officeDocument/2006/relationships/tags" Target="../tags/tag248.xml"/><Relationship Id="rId251" Type="http://schemas.openxmlformats.org/officeDocument/2006/relationships/tags" Target="../tags/tag247.xml"/><Relationship Id="rId250" Type="http://schemas.openxmlformats.org/officeDocument/2006/relationships/tags" Target="../tags/tag246.xml"/><Relationship Id="rId25" Type="http://schemas.openxmlformats.org/officeDocument/2006/relationships/tags" Target="../tags/tag24.xml"/><Relationship Id="rId249" Type="http://schemas.openxmlformats.org/officeDocument/2006/relationships/tags" Target="../tags/tag245.xml"/><Relationship Id="rId248" Type="http://schemas.openxmlformats.org/officeDocument/2006/relationships/image" Target="../media/image12.png"/><Relationship Id="rId247" Type="http://schemas.openxmlformats.org/officeDocument/2006/relationships/tags" Target="../tags/tag244.xml"/><Relationship Id="rId246" Type="http://schemas.openxmlformats.org/officeDocument/2006/relationships/tags" Target="../tags/tag243.xml"/><Relationship Id="rId245" Type="http://schemas.openxmlformats.org/officeDocument/2006/relationships/tags" Target="../tags/tag242.xml"/><Relationship Id="rId244" Type="http://schemas.openxmlformats.org/officeDocument/2006/relationships/tags" Target="../tags/tag241.xml"/><Relationship Id="rId243" Type="http://schemas.openxmlformats.org/officeDocument/2006/relationships/tags" Target="../tags/tag240.xml"/><Relationship Id="rId242" Type="http://schemas.openxmlformats.org/officeDocument/2006/relationships/tags" Target="../tags/tag239.xml"/><Relationship Id="rId241" Type="http://schemas.openxmlformats.org/officeDocument/2006/relationships/tags" Target="../tags/tag238.xml"/><Relationship Id="rId240" Type="http://schemas.openxmlformats.org/officeDocument/2006/relationships/tags" Target="../tags/tag237.xml"/><Relationship Id="rId24" Type="http://schemas.openxmlformats.org/officeDocument/2006/relationships/tags" Target="../tags/tag23.xml"/><Relationship Id="rId239" Type="http://schemas.openxmlformats.org/officeDocument/2006/relationships/tags" Target="../tags/tag236.xml"/><Relationship Id="rId238" Type="http://schemas.openxmlformats.org/officeDocument/2006/relationships/tags" Target="../tags/tag235.xml"/><Relationship Id="rId237" Type="http://schemas.openxmlformats.org/officeDocument/2006/relationships/tags" Target="../tags/tag234.xml"/><Relationship Id="rId236" Type="http://schemas.openxmlformats.org/officeDocument/2006/relationships/tags" Target="../tags/tag233.xml"/><Relationship Id="rId235" Type="http://schemas.openxmlformats.org/officeDocument/2006/relationships/tags" Target="../tags/tag232.xml"/><Relationship Id="rId234" Type="http://schemas.openxmlformats.org/officeDocument/2006/relationships/tags" Target="../tags/tag231.xml"/><Relationship Id="rId233" Type="http://schemas.openxmlformats.org/officeDocument/2006/relationships/tags" Target="../tags/tag230.xml"/><Relationship Id="rId232" Type="http://schemas.openxmlformats.org/officeDocument/2006/relationships/tags" Target="../tags/tag229.xml"/><Relationship Id="rId231" Type="http://schemas.openxmlformats.org/officeDocument/2006/relationships/tags" Target="../tags/tag228.xml"/><Relationship Id="rId230" Type="http://schemas.openxmlformats.org/officeDocument/2006/relationships/tags" Target="../tags/tag227.xml"/><Relationship Id="rId23" Type="http://schemas.openxmlformats.org/officeDocument/2006/relationships/tags" Target="../tags/tag22.xml"/><Relationship Id="rId229" Type="http://schemas.openxmlformats.org/officeDocument/2006/relationships/tags" Target="../tags/tag226.xml"/><Relationship Id="rId228" Type="http://schemas.openxmlformats.org/officeDocument/2006/relationships/tags" Target="../tags/tag225.xml"/><Relationship Id="rId227" Type="http://schemas.openxmlformats.org/officeDocument/2006/relationships/tags" Target="../tags/tag224.xml"/><Relationship Id="rId226" Type="http://schemas.openxmlformats.org/officeDocument/2006/relationships/tags" Target="../tags/tag223.xml"/><Relationship Id="rId225" Type="http://schemas.openxmlformats.org/officeDocument/2006/relationships/tags" Target="../tags/tag222.xml"/><Relationship Id="rId224" Type="http://schemas.openxmlformats.org/officeDocument/2006/relationships/tags" Target="../tags/tag221.xml"/><Relationship Id="rId223" Type="http://schemas.openxmlformats.org/officeDocument/2006/relationships/tags" Target="../tags/tag220.xml"/><Relationship Id="rId222" Type="http://schemas.openxmlformats.org/officeDocument/2006/relationships/tags" Target="../tags/tag219.xml"/><Relationship Id="rId221" Type="http://schemas.openxmlformats.org/officeDocument/2006/relationships/tags" Target="../tags/tag218.xml"/><Relationship Id="rId220" Type="http://schemas.openxmlformats.org/officeDocument/2006/relationships/tags" Target="../tags/tag217.xml"/><Relationship Id="rId22" Type="http://schemas.openxmlformats.org/officeDocument/2006/relationships/tags" Target="../tags/tag21.xml"/><Relationship Id="rId219" Type="http://schemas.openxmlformats.org/officeDocument/2006/relationships/tags" Target="../tags/tag216.xml"/><Relationship Id="rId218" Type="http://schemas.openxmlformats.org/officeDocument/2006/relationships/tags" Target="../tags/tag215.xml"/><Relationship Id="rId217" Type="http://schemas.openxmlformats.org/officeDocument/2006/relationships/tags" Target="../tags/tag214.xml"/><Relationship Id="rId216" Type="http://schemas.openxmlformats.org/officeDocument/2006/relationships/tags" Target="../tags/tag213.xml"/><Relationship Id="rId215" Type="http://schemas.openxmlformats.org/officeDocument/2006/relationships/tags" Target="../tags/tag212.xml"/><Relationship Id="rId214" Type="http://schemas.openxmlformats.org/officeDocument/2006/relationships/tags" Target="../tags/tag211.xml"/><Relationship Id="rId213" Type="http://schemas.openxmlformats.org/officeDocument/2006/relationships/tags" Target="../tags/tag210.xml"/><Relationship Id="rId212" Type="http://schemas.openxmlformats.org/officeDocument/2006/relationships/tags" Target="../tags/tag209.xml"/><Relationship Id="rId211" Type="http://schemas.openxmlformats.org/officeDocument/2006/relationships/tags" Target="../tags/tag208.xml"/><Relationship Id="rId210" Type="http://schemas.openxmlformats.org/officeDocument/2006/relationships/tags" Target="../tags/tag207.xml"/><Relationship Id="rId21" Type="http://schemas.openxmlformats.org/officeDocument/2006/relationships/tags" Target="../tags/tag20.xml"/><Relationship Id="rId209" Type="http://schemas.openxmlformats.org/officeDocument/2006/relationships/tags" Target="../tags/tag206.xml"/><Relationship Id="rId208" Type="http://schemas.openxmlformats.org/officeDocument/2006/relationships/tags" Target="../tags/tag205.xml"/><Relationship Id="rId207" Type="http://schemas.openxmlformats.org/officeDocument/2006/relationships/tags" Target="../tags/tag204.xml"/><Relationship Id="rId206" Type="http://schemas.openxmlformats.org/officeDocument/2006/relationships/tags" Target="../tags/tag203.xml"/><Relationship Id="rId205" Type="http://schemas.openxmlformats.org/officeDocument/2006/relationships/tags" Target="../tags/tag202.xml"/><Relationship Id="rId204" Type="http://schemas.openxmlformats.org/officeDocument/2006/relationships/tags" Target="../tags/tag201.xml"/><Relationship Id="rId203" Type="http://schemas.openxmlformats.org/officeDocument/2006/relationships/tags" Target="../tags/tag200.xml"/><Relationship Id="rId202" Type="http://schemas.openxmlformats.org/officeDocument/2006/relationships/tags" Target="../tags/tag199.xml"/><Relationship Id="rId201" Type="http://schemas.openxmlformats.org/officeDocument/2006/relationships/tags" Target="../tags/tag198.xml"/><Relationship Id="rId200" Type="http://schemas.openxmlformats.org/officeDocument/2006/relationships/tags" Target="../tags/tag197.xml"/><Relationship Id="rId20" Type="http://schemas.openxmlformats.org/officeDocument/2006/relationships/tags" Target="../tags/tag19.xml"/><Relationship Id="rId2" Type="http://schemas.openxmlformats.org/officeDocument/2006/relationships/tags" Target="../tags/tag2.xml"/><Relationship Id="rId199" Type="http://schemas.openxmlformats.org/officeDocument/2006/relationships/tags" Target="../tags/tag196.xml"/><Relationship Id="rId198" Type="http://schemas.openxmlformats.org/officeDocument/2006/relationships/tags" Target="../tags/tag195.xml"/><Relationship Id="rId197" Type="http://schemas.openxmlformats.org/officeDocument/2006/relationships/tags" Target="../tags/tag194.xml"/><Relationship Id="rId196" Type="http://schemas.openxmlformats.org/officeDocument/2006/relationships/tags" Target="../tags/tag193.xml"/><Relationship Id="rId195" Type="http://schemas.openxmlformats.org/officeDocument/2006/relationships/tags" Target="../tags/tag192.xml"/><Relationship Id="rId194" Type="http://schemas.openxmlformats.org/officeDocument/2006/relationships/tags" Target="../tags/tag191.xml"/><Relationship Id="rId193" Type="http://schemas.openxmlformats.org/officeDocument/2006/relationships/tags" Target="../tags/tag190.xml"/><Relationship Id="rId192" Type="http://schemas.openxmlformats.org/officeDocument/2006/relationships/tags" Target="../tags/tag189.xml"/><Relationship Id="rId191" Type="http://schemas.openxmlformats.org/officeDocument/2006/relationships/tags" Target="../tags/tag188.xml"/><Relationship Id="rId190" Type="http://schemas.openxmlformats.org/officeDocument/2006/relationships/tags" Target="../tags/tag187.xml"/><Relationship Id="rId19" Type="http://schemas.openxmlformats.org/officeDocument/2006/relationships/tags" Target="../tags/tag18.xml"/><Relationship Id="rId189" Type="http://schemas.openxmlformats.org/officeDocument/2006/relationships/tags" Target="../tags/tag186.xml"/><Relationship Id="rId188" Type="http://schemas.openxmlformats.org/officeDocument/2006/relationships/tags" Target="../tags/tag185.xml"/><Relationship Id="rId187" Type="http://schemas.openxmlformats.org/officeDocument/2006/relationships/tags" Target="../tags/tag184.xml"/><Relationship Id="rId186" Type="http://schemas.openxmlformats.org/officeDocument/2006/relationships/tags" Target="../tags/tag183.xml"/><Relationship Id="rId185" Type="http://schemas.openxmlformats.org/officeDocument/2006/relationships/tags" Target="../tags/tag182.xml"/><Relationship Id="rId184" Type="http://schemas.openxmlformats.org/officeDocument/2006/relationships/tags" Target="../tags/tag181.xml"/><Relationship Id="rId183" Type="http://schemas.openxmlformats.org/officeDocument/2006/relationships/tags" Target="../tags/tag180.xml"/><Relationship Id="rId182" Type="http://schemas.openxmlformats.org/officeDocument/2006/relationships/tags" Target="../tags/tag179.xml"/><Relationship Id="rId181" Type="http://schemas.openxmlformats.org/officeDocument/2006/relationships/tags" Target="../tags/tag178.xml"/><Relationship Id="rId180" Type="http://schemas.openxmlformats.org/officeDocument/2006/relationships/tags" Target="../tags/tag177.xml"/><Relationship Id="rId18" Type="http://schemas.openxmlformats.org/officeDocument/2006/relationships/tags" Target="../tags/tag17.xml"/><Relationship Id="rId179" Type="http://schemas.openxmlformats.org/officeDocument/2006/relationships/tags" Target="../tags/tag176.xml"/><Relationship Id="rId178" Type="http://schemas.openxmlformats.org/officeDocument/2006/relationships/tags" Target="../tags/tag175.xml"/><Relationship Id="rId177" Type="http://schemas.openxmlformats.org/officeDocument/2006/relationships/tags" Target="../tags/tag174.xml"/><Relationship Id="rId176" Type="http://schemas.openxmlformats.org/officeDocument/2006/relationships/tags" Target="../tags/tag173.xml"/><Relationship Id="rId175" Type="http://schemas.openxmlformats.org/officeDocument/2006/relationships/tags" Target="../tags/tag172.xml"/><Relationship Id="rId174" Type="http://schemas.openxmlformats.org/officeDocument/2006/relationships/tags" Target="../tags/tag171.xml"/><Relationship Id="rId173" Type="http://schemas.openxmlformats.org/officeDocument/2006/relationships/tags" Target="../tags/tag170.xml"/><Relationship Id="rId172" Type="http://schemas.openxmlformats.org/officeDocument/2006/relationships/tags" Target="../tags/tag169.xml"/><Relationship Id="rId171" Type="http://schemas.openxmlformats.org/officeDocument/2006/relationships/tags" Target="../tags/tag168.xml"/><Relationship Id="rId170" Type="http://schemas.openxmlformats.org/officeDocument/2006/relationships/tags" Target="../tags/tag167.xml"/><Relationship Id="rId17" Type="http://schemas.openxmlformats.org/officeDocument/2006/relationships/tags" Target="../tags/tag16.xml"/><Relationship Id="rId169" Type="http://schemas.openxmlformats.org/officeDocument/2006/relationships/tags" Target="../tags/tag166.xml"/><Relationship Id="rId168" Type="http://schemas.openxmlformats.org/officeDocument/2006/relationships/tags" Target="../tags/tag165.xml"/><Relationship Id="rId167" Type="http://schemas.openxmlformats.org/officeDocument/2006/relationships/tags" Target="../tags/tag164.xml"/><Relationship Id="rId166" Type="http://schemas.openxmlformats.org/officeDocument/2006/relationships/tags" Target="../tags/tag163.xml"/><Relationship Id="rId165" Type="http://schemas.openxmlformats.org/officeDocument/2006/relationships/tags" Target="../tags/tag162.xml"/><Relationship Id="rId164" Type="http://schemas.openxmlformats.org/officeDocument/2006/relationships/image" Target="../media/image11.png"/><Relationship Id="rId163" Type="http://schemas.openxmlformats.org/officeDocument/2006/relationships/tags" Target="../tags/tag161.xml"/><Relationship Id="rId162" Type="http://schemas.openxmlformats.org/officeDocument/2006/relationships/tags" Target="../tags/tag160.xml"/><Relationship Id="rId161" Type="http://schemas.openxmlformats.org/officeDocument/2006/relationships/tags" Target="../tags/tag159.xml"/><Relationship Id="rId160" Type="http://schemas.openxmlformats.org/officeDocument/2006/relationships/tags" Target="../tags/tag158.xml"/><Relationship Id="rId16" Type="http://schemas.openxmlformats.org/officeDocument/2006/relationships/tags" Target="../tags/tag15.xml"/><Relationship Id="rId159" Type="http://schemas.openxmlformats.org/officeDocument/2006/relationships/tags" Target="../tags/tag157.xml"/><Relationship Id="rId158" Type="http://schemas.openxmlformats.org/officeDocument/2006/relationships/tags" Target="../tags/tag156.xml"/><Relationship Id="rId157" Type="http://schemas.openxmlformats.org/officeDocument/2006/relationships/tags" Target="../tags/tag155.xml"/><Relationship Id="rId156" Type="http://schemas.openxmlformats.org/officeDocument/2006/relationships/tags" Target="../tags/tag154.xml"/><Relationship Id="rId155" Type="http://schemas.openxmlformats.org/officeDocument/2006/relationships/tags" Target="../tags/tag153.xml"/><Relationship Id="rId154" Type="http://schemas.openxmlformats.org/officeDocument/2006/relationships/tags" Target="../tags/tag152.xml"/><Relationship Id="rId153" Type="http://schemas.openxmlformats.org/officeDocument/2006/relationships/tags" Target="../tags/tag151.xml"/><Relationship Id="rId152" Type="http://schemas.openxmlformats.org/officeDocument/2006/relationships/tags" Target="../tags/tag150.xml"/><Relationship Id="rId151" Type="http://schemas.openxmlformats.org/officeDocument/2006/relationships/tags" Target="../tags/tag149.xml"/><Relationship Id="rId150" Type="http://schemas.openxmlformats.org/officeDocument/2006/relationships/tags" Target="../tags/tag148.xml"/><Relationship Id="rId15" Type="http://schemas.openxmlformats.org/officeDocument/2006/relationships/tags" Target="../tags/tag14.xml"/><Relationship Id="rId149" Type="http://schemas.openxmlformats.org/officeDocument/2006/relationships/tags" Target="../tags/tag147.xml"/><Relationship Id="rId148" Type="http://schemas.openxmlformats.org/officeDocument/2006/relationships/tags" Target="../tags/tag146.xml"/><Relationship Id="rId147" Type="http://schemas.openxmlformats.org/officeDocument/2006/relationships/tags" Target="../tags/tag145.xml"/><Relationship Id="rId146" Type="http://schemas.openxmlformats.org/officeDocument/2006/relationships/tags" Target="../tags/tag144.xml"/><Relationship Id="rId145" Type="http://schemas.openxmlformats.org/officeDocument/2006/relationships/tags" Target="../tags/tag143.xml"/><Relationship Id="rId144" Type="http://schemas.openxmlformats.org/officeDocument/2006/relationships/tags" Target="../tags/tag142.xml"/><Relationship Id="rId143" Type="http://schemas.openxmlformats.org/officeDocument/2006/relationships/tags" Target="../tags/tag141.xml"/><Relationship Id="rId142" Type="http://schemas.openxmlformats.org/officeDocument/2006/relationships/tags" Target="../tags/tag140.xml"/><Relationship Id="rId141" Type="http://schemas.openxmlformats.org/officeDocument/2006/relationships/tags" Target="../tags/tag139.xml"/><Relationship Id="rId140" Type="http://schemas.openxmlformats.org/officeDocument/2006/relationships/tags" Target="../tags/tag138.xml"/><Relationship Id="rId14" Type="http://schemas.openxmlformats.org/officeDocument/2006/relationships/tags" Target="../tags/tag13.xml"/><Relationship Id="rId139" Type="http://schemas.openxmlformats.org/officeDocument/2006/relationships/tags" Target="../tags/tag137.xml"/><Relationship Id="rId138" Type="http://schemas.openxmlformats.org/officeDocument/2006/relationships/tags" Target="../tags/tag136.xml"/><Relationship Id="rId137" Type="http://schemas.openxmlformats.org/officeDocument/2006/relationships/tags" Target="../tags/tag135.xml"/><Relationship Id="rId136" Type="http://schemas.openxmlformats.org/officeDocument/2006/relationships/tags" Target="../tags/tag134.xml"/><Relationship Id="rId135" Type="http://schemas.openxmlformats.org/officeDocument/2006/relationships/tags" Target="../tags/tag133.xml"/><Relationship Id="rId134" Type="http://schemas.openxmlformats.org/officeDocument/2006/relationships/tags" Target="../tags/tag132.xml"/><Relationship Id="rId133" Type="http://schemas.openxmlformats.org/officeDocument/2006/relationships/tags" Target="../tags/tag131.xml"/><Relationship Id="rId132" Type="http://schemas.openxmlformats.org/officeDocument/2006/relationships/tags" Target="../tags/tag130.xml"/><Relationship Id="rId131" Type="http://schemas.openxmlformats.org/officeDocument/2006/relationships/tags" Target="../tags/tag129.xml"/><Relationship Id="rId130" Type="http://schemas.openxmlformats.org/officeDocument/2006/relationships/tags" Target="../tags/tag128.xml"/><Relationship Id="rId13" Type="http://schemas.openxmlformats.org/officeDocument/2006/relationships/tags" Target="../tags/tag12.xml"/><Relationship Id="rId129" Type="http://schemas.openxmlformats.org/officeDocument/2006/relationships/tags" Target="../tags/tag127.xml"/><Relationship Id="rId128" Type="http://schemas.openxmlformats.org/officeDocument/2006/relationships/tags" Target="../tags/tag126.xml"/><Relationship Id="rId127" Type="http://schemas.openxmlformats.org/officeDocument/2006/relationships/tags" Target="../tags/tag125.xml"/><Relationship Id="rId126" Type="http://schemas.openxmlformats.org/officeDocument/2006/relationships/tags" Target="../tags/tag124.xml"/><Relationship Id="rId125" Type="http://schemas.openxmlformats.org/officeDocument/2006/relationships/tags" Target="../tags/tag123.xml"/><Relationship Id="rId124" Type="http://schemas.openxmlformats.org/officeDocument/2006/relationships/tags" Target="../tags/tag122.xml"/><Relationship Id="rId123" Type="http://schemas.openxmlformats.org/officeDocument/2006/relationships/tags" Target="../tags/tag121.xml"/><Relationship Id="rId122" Type="http://schemas.openxmlformats.org/officeDocument/2006/relationships/tags" Target="../tags/tag120.xml"/><Relationship Id="rId121" Type="http://schemas.openxmlformats.org/officeDocument/2006/relationships/tags" Target="../tags/tag119.xml"/><Relationship Id="rId120" Type="http://schemas.openxmlformats.org/officeDocument/2006/relationships/tags" Target="../tags/tag118.xml"/><Relationship Id="rId12" Type="http://schemas.openxmlformats.org/officeDocument/2006/relationships/tags" Target="../tags/tag11.xml"/><Relationship Id="rId119" Type="http://schemas.openxmlformats.org/officeDocument/2006/relationships/tags" Target="../tags/tag117.xml"/><Relationship Id="rId118" Type="http://schemas.openxmlformats.org/officeDocument/2006/relationships/tags" Target="../tags/tag116.xml"/><Relationship Id="rId117" Type="http://schemas.openxmlformats.org/officeDocument/2006/relationships/tags" Target="../tags/tag115.xml"/><Relationship Id="rId116" Type="http://schemas.openxmlformats.org/officeDocument/2006/relationships/tags" Target="../tags/tag114.xml"/><Relationship Id="rId115" Type="http://schemas.openxmlformats.org/officeDocument/2006/relationships/tags" Target="../tags/tag113.xml"/><Relationship Id="rId114" Type="http://schemas.openxmlformats.org/officeDocument/2006/relationships/tags" Target="../tags/tag112.xml"/><Relationship Id="rId113" Type="http://schemas.openxmlformats.org/officeDocument/2006/relationships/tags" Target="../tags/tag111.xml"/><Relationship Id="rId112" Type="http://schemas.openxmlformats.org/officeDocument/2006/relationships/tags" Target="../tags/tag110.xml"/><Relationship Id="rId111" Type="http://schemas.openxmlformats.org/officeDocument/2006/relationships/tags" Target="../tags/tag109.xml"/><Relationship Id="rId110" Type="http://schemas.openxmlformats.org/officeDocument/2006/relationships/tags" Target="../tags/tag108.xml"/><Relationship Id="rId11" Type="http://schemas.openxmlformats.org/officeDocument/2006/relationships/tags" Target="../tags/tag10.xml"/><Relationship Id="rId109" Type="http://schemas.openxmlformats.org/officeDocument/2006/relationships/tags" Target="../tags/tag107.xml"/><Relationship Id="rId108" Type="http://schemas.openxmlformats.org/officeDocument/2006/relationships/tags" Target="../tags/tag106.xml"/><Relationship Id="rId107" Type="http://schemas.openxmlformats.org/officeDocument/2006/relationships/tags" Target="../tags/tag105.xml"/><Relationship Id="rId106" Type="http://schemas.openxmlformats.org/officeDocument/2006/relationships/tags" Target="../tags/tag104.xml"/><Relationship Id="rId105" Type="http://schemas.openxmlformats.org/officeDocument/2006/relationships/tags" Target="../tags/tag103.xml"/><Relationship Id="rId104" Type="http://schemas.openxmlformats.org/officeDocument/2006/relationships/tags" Target="../tags/tag102.xml"/><Relationship Id="rId103" Type="http://schemas.openxmlformats.org/officeDocument/2006/relationships/tags" Target="../tags/tag101.xml"/><Relationship Id="rId102" Type="http://schemas.openxmlformats.org/officeDocument/2006/relationships/tags" Target="../tags/tag100.xml"/><Relationship Id="rId101" Type="http://schemas.openxmlformats.org/officeDocument/2006/relationships/tags" Target="../tags/tag99.xml"/><Relationship Id="rId100" Type="http://schemas.openxmlformats.org/officeDocument/2006/relationships/tags" Target="../tags/tag98.xml"/><Relationship Id="rId10" Type="http://schemas.openxmlformats.org/officeDocument/2006/relationships/tags" Target="../tags/tag9.xml"/><Relationship Id="rId1" Type="http://schemas.openxmlformats.org/officeDocument/2006/relationships/tags" Target="../tags/tag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1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2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3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4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7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2" name="Picture 1" descr="slide_0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6" name="矩形 495"/>
          <p:cNvSpPr>
            <a:spLocks noGrp="1"/>
          </p:cNvSpPr>
          <p:nvPr/>
        </p:nvSpPr>
        <p:spPr>
          <a:xfrm>
            <a:off x="285750" y="171450"/>
            <a:ext cx="7429500" cy="4286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3600" b="1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60" b="1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第一版定位模型验证</a:t>
            </a:r>
            <a:endParaRPr sz="2160" b="1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矩形 1"/>
          <p:cNvSpPr>
            <a:spLocks noGrp="1"/>
          </p:cNvSpPr>
          <p:nvPr/>
        </p:nvSpPr>
        <p:spPr>
          <a:xfrm>
            <a:off x="285750" y="628650"/>
            <a:ext cx="8343900" cy="27432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02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1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TinyHeatmapNet：RGB输入 → 20个工程测试点的二维位置预测</a:t>
            </a:r>
            <a:endParaRPr sz="1215" b="0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矩形 2"/>
          <p:cNvSpPr>
            <a:spLocks noGrp="1"/>
          </p:cNvSpPr>
          <p:nvPr>
            <p:custDataLst>
              <p:tags r:id="rId1"/>
            </p:custDataLst>
          </p:nvPr>
        </p:nvSpPr>
        <p:spPr>
          <a:xfrm>
            <a:off x="285750" y="1000125"/>
            <a:ext cx="1457325" cy="2400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5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组合留出</a:t>
            </a:r>
            <a:endParaRPr sz="1305" b="1">
              <a:solidFill>
                <a:srgbClr val="087B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矩形 3"/>
          <p:cNvSpPr>
            <a:spLocks noGrp="1"/>
          </p:cNvSpPr>
          <p:nvPr>
            <p:custDataLst>
              <p:tags r:id="rId2"/>
            </p:custDataLst>
          </p:nvPr>
        </p:nvSpPr>
        <p:spPr>
          <a:xfrm>
            <a:off x="285750" y="1251585"/>
            <a:ext cx="14859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示例：C03 × D06</a:t>
            </a:r>
            <a:endParaRPr sz="94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00" name="图片 499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tretch>
            <a:fillRect/>
          </a:stretch>
        </p:blipFill>
        <p:spPr>
          <a:xfrm>
            <a:off x="634365" y="1485900"/>
            <a:ext cx="662940" cy="1464635"/>
          </a:xfrm>
          <a:prstGeom prst="rect">
            <a:avLst/>
          </a:prstGeom>
        </p:spPr>
      </p:pic>
      <p:sp>
        <p:nvSpPr>
          <p:cNvPr id="6" name="直接连接符 5"/>
          <p:cNvSpPr>
            <a:spLocks noGrp="1"/>
          </p:cNvSpPr>
          <p:nvPr>
            <p:custDataLst>
              <p:tags r:id="rId5"/>
            </p:custDataLst>
          </p:nvPr>
        </p:nvSpPr>
        <p:spPr>
          <a:xfrm rot="-9190348">
            <a:off x="964883" y="1760050"/>
            <a:ext cx="33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7" name="椭圆 6"/>
          <p:cNvSpPr>
            <a:spLocks noGrp="1"/>
          </p:cNvSpPr>
          <p:nvPr>
            <p:custDataLst>
              <p:tags r:id="rId6"/>
            </p:custDataLst>
          </p:nvPr>
        </p:nvSpPr>
        <p:spPr>
          <a:xfrm>
            <a:off x="948059" y="1742981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8" name="直接连接符 7"/>
          <p:cNvSpPr>
            <a:spLocks noGrp="1"/>
          </p:cNvSpPr>
          <p:nvPr>
            <p:custDataLst>
              <p:tags r:id="rId7"/>
            </p:custDataLst>
          </p:nvPr>
        </p:nvSpPr>
        <p:spPr>
          <a:xfrm rot="2700000">
            <a:off x="952900" y="175997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9" name="直接连接符 8"/>
          <p:cNvSpPr>
            <a:spLocks noGrp="1"/>
          </p:cNvSpPr>
          <p:nvPr>
            <p:custDataLst>
              <p:tags r:id="rId8"/>
            </p:custDataLst>
          </p:nvPr>
        </p:nvSpPr>
        <p:spPr>
          <a:xfrm rot="8100000">
            <a:off x="952900" y="175997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" name="直接连接符 9"/>
          <p:cNvSpPr>
            <a:spLocks noGrp="1"/>
          </p:cNvSpPr>
          <p:nvPr>
            <p:custDataLst>
              <p:tags r:id="rId9"/>
            </p:custDataLst>
          </p:nvPr>
        </p:nvSpPr>
        <p:spPr>
          <a:xfrm rot="-5364517">
            <a:off x="890909" y="1854661"/>
            <a:ext cx="444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1" name="椭圆 10"/>
          <p:cNvSpPr>
            <a:spLocks noGrp="1"/>
          </p:cNvSpPr>
          <p:nvPr>
            <p:custDataLst>
              <p:tags r:id="rId10"/>
            </p:custDataLst>
          </p:nvPr>
        </p:nvSpPr>
        <p:spPr>
          <a:xfrm>
            <a:off x="875963" y="183973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2" name="直接连接符 11"/>
          <p:cNvSpPr>
            <a:spLocks noGrp="1"/>
          </p:cNvSpPr>
          <p:nvPr>
            <p:custDataLst>
              <p:tags r:id="rId11"/>
            </p:custDataLst>
          </p:nvPr>
        </p:nvSpPr>
        <p:spPr>
          <a:xfrm rot="2700000">
            <a:off x="881153" y="185243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3" name="直接连接符 12"/>
          <p:cNvSpPr>
            <a:spLocks noGrp="1"/>
          </p:cNvSpPr>
          <p:nvPr>
            <p:custDataLst>
              <p:tags r:id="rId12"/>
            </p:custDataLst>
          </p:nvPr>
        </p:nvSpPr>
        <p:spPr>
          <a:xfrm rot="8100000">
            <a:off x="881153" y="185243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" name="直接连接符 13"/>
          <p:cNvSpPr>
            <a:spLocks noGrp="1"/>
          </p:cNvSpPr>
          <p:nvPr>
            <p:custDataLst>
              <p:tags r:id="rId13"/>
            </p:custDataLst>
          </p:nvPr>
        </p:nvSpPr>
        <p:spPr>
          <a:xfrm rot="-6358800">
            <a:off x="1031792" y="1852627"/>
            <a:ext cx="732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5" name="椭圆 14"/>
          <p:cNvSpPr>
            <a:spLocks noGrp="1"/>
          </p:cNvSpPr>
          <p:nvPr>
            <p:custDataLst>
              <p:tags r:id="rId14"/>
            </p:custDataLst>
          </p:nvPr>
        </p:nvSpPr>
        <p:spPr>
          <a:xfrm>
            <a:off x="1019320" y="1839004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6" name="直接连接符 15"/>
          <p:cNvSpPr>
            <a:spLocks noGrp="1"/>
          </p:cNvSpPr>
          <p:nvPr>
            <p:custDataLst>
              <p:tags r:id="rId15"/>
            </p:custDataLst>
          </p:nvPr>
        </p:nvSpPr>
        <p:spPr>
          <a:xfrm rot="2700000">
            <a:off x="1022446" y="184910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7" name="直接连接符 16"/>
          <p:cNvSpPr>
            <a:spLocks noGrp="1"/>
          </p:cNvSpPr>
          <p:nvPr>
            <p:custDataLst>
              <p:tags r:id="rId16"/>
            </p:custDataLst>
          </p:nvPr>
        </p:nvSpPr>
        <p:spPr>
          <a:xfrm rot="8100000">
            <a:off x="1022446" y="184910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8" name="直接连接符 17"/>
          <p:cNvSpPr>
            <a:spLocks noGrp="1"/>
          </p:cNvSpPr>
          <p:nvPr>
            <p:custDataLst>
              <p:tags r:id="rId17"/>
            </p:custDataLst>
          </p:nvPr>
        </p:nvSpPr>
        <p:spPr>
          <a:xfrm rot="-5385680">
            <a:off x="960523" y="1904398"/>
            <a:ext cx="719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9" name="椭圆 18"/>
          <p:cNvSpPr>
            <a:spLocks noGrp="1"/>
          </p:cNvSpPr>
          <p:nvPr>
            <p:custDataLst>
              <p:tags r:id="rId18"/>
            </p:custDataLst>
          </p:nvPr>
        </p:nvSpPr>
        <p:spPr>
          <a:xfrm>
            <a:off x="946961" y="1890850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0" name="直接连接符 19"/>
          <p:cNvSpPr>
            <a:spLocks noGrp="1"/>
          </p:cNvSpPr>
          <p:nvPr>
            <p:custDataLst>
              <p:tags r:id="rId19"/>
            </p:custDataLst>
          </p:nvPr>
        </p:nvSpPr>
        <p:spPr>
          <a:xfrm rot="2700000">
            <a:off x="952135" y="190080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1" name="直接连接符 20"/>
          <p:cNvSpPr>
            <a:spLocks noGrp="1"/>
          </p:cNvSpPr>
          <p:nvPr>
            <p:custDataLst>
              <p:tags r:id="rId20"/>
            </p:custDataLst>
          </p:nvPr>
        </p:nvSpPr>
        <p:spPr>
          <a:xfrm rot="8100000">
            <a:off x="952135" y="190080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2" name="直接连接符 21"/>
          <p:cNvSpPr>
            <a:spLocks noGrp="1"/>
          </p:cNvSpPr>
          <p:nvPr>
            <p:custDataLst>
              <p:tags r:id="rId21"/>
            </p:custDataLst>
          </p:nvPr>
        </p:nvSpPr>
        <p:spPr>
          <a:xfrm rot="-4262286">
            <a:off x="890222" y="1905238"/>
            <a:ext cx="426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3" name="椭圆 22"/>
          <p:cNvSpPr>
            <a:spLocks noGrp="1"/>
          </p:cNvSpPr>
          <p:nvPr>
            <p:custDataLst>
              <p:tags r:id="rId22"/>
            </p:custDataLst>
          </p:nvPr>
        </p:nvSpPr>
        <p:spPr>
          <a:xfrm>
            <a:off x="874517" y="1890110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4" name="直接连接符 23"/>
          <p:cNvSpPr>
            <a:spLocks noGrp="1"/>
          </p:cNvSpPr>
          <p:nvPr>
            <p:custDataLst>
              <p:tags r:id="rId23"/>
            </p:custDataLst>
          </p:nvPr>
        </p:nvSpPr>
        <p:spPr>
          <a:xfrm rot="2700000">
            <a:off x="881047" y="190322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" name="直接连接符 24"/>
          <p:cNvSpPr>
            <a:spLocks noGrp="1"/>
          </p:cNvSpPr>
          <p:nvPr>
            <p:custDataLst>
              <p:tags r:id="rId24"/>
            </p:custDataLst>
          </p:nvPr>
        </p:nvSpPr>
        <p:spPr>
          <a:xfrm rot="8100000">
            <a:off x="881047" y="190322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6" name="直接连接符 25"/>
          <p:cNvSpPr>
            <a:spLocks noGrp="1"/>
          </p:cNvSpPr>
          <p:nvPr>
            <p:custDataLst>
              <p:tags r:id="rId25"/>
            </p:custDataLst>
          </p:nvPr>
        </p:nvSpPr>
        <p:spPr>
          <a:xfrm rot="-5283848">
            <a:off x="1033053" y="1901125"/>
            <a:ext cx="900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7" name="椭圆 26"/>
          <p:cNvSpPr>
            <a:spLocks noGrp="1"/>
          </p:cNvSpPr>
          <p:nvPr>
            <p:custDataLst>
              <p:tags r:id="rId26"/>
            </p:custDataLst>
          </p:nvPr>
        </p:nvSpPr>
        <p:spPr>
          <a:xfrm>
            <a:off x="1020259" y="1888481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8" name="直接连接符 27"/>
          <p:cNvSpPr>
            <a:spLocks noGrp="1"/>
          </p:cNvSpPr>
          <p:nvPr>
            <p:custDataLst>
              <p:tags r:id="rId27"/>
            </p:custDataLst>
          </p:nvPr>
        </p:nvSpPr>
        <p:spPr>
          <a:xfrm rot="2700000">
            <a:off x="1025707" y="189662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" name="直接连接符 28"/>
          <p:cNvSpPr>
            <a:spLocks noGrp="1"/>
          </p:cNvSpPr>
          <p:nvPr>
            <p:custDataLst>
              <p:tags r:id="rId28"/>
            </p:custDataLst>
          </p:nvPr>
        </p:nvSpPr>
        <p:spPr>
          <a:xfrm rot="8100000">
            <a:off x="1025707" y="189662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0" name="直接连接符 29"/>
          <p:cNvSpPr>
            <a:spLocks noGrp="1"/>
          </p:cNvSpPr>
          <p:nvPr>
            <p:custDataLst>
              <p:tags r:id="rId29"/>
            </p:custDataLst>
          </p:nvPr>
        </p:nvSpPr>
        <p:spPr>
          <a:xfrm rot="-5650872">
            <a:off x="963298" y="1990139"/>
            <a:ext cx="350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1" name="椭圆 30"/>
          <p:cNvSpPr>
            <a:spLocks noGrp="1"/>
          </p:cNvSpPr>
          <p:nvPr>
            <p:custDataLst>
              <p:tags r:id="rId30"/>
            </p:custDataLst>
          </p:nvPr>
        </p:nvSpPr>
        <p:spPr>
          <a:xfrm>
            <a:off x="948032" y="1974741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2" name="直接连接符 31"/>
          <p:cNvSpPr>
            <a:spLocks noGrp="1"/>
          </p:cNvSpPr>
          <p:nvPr>
            <p:custDataLst>
              <p:tags r:id="rId31"/>
            </p:custDataLst>
          </p:nvPr>
        </p:nvSpPr>
        <p:spPr>
          <a:xfrm rot="2700000">
            <a:off x="952921" y="198839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3" name="直接连接符 32"/>
          <p:cNvSpPr>
            <a:spLocks noGrp="1"/>
          </p:cNvSpPr>
          <p:nvPr>
            <p:custDataLst>
              <p:tags r:id="rId32"/>
            </p:custDataLst>
          </p:nvPr>
        </p:nvSpPr>
        <p:spPr>
          <a:xfrm rot="8100000">
            <a:off x="952921" y="198839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4" name="直接连接符 33"/>
          <p:cNvSpPr>
            <a:spLocks noGrp="1"/>
          </p:cNvSpPr>
          <p:nvPr>
            <p:custDataLst>
              <p:tags r:id="rId33"/>
            </p:custDataLst>
          </p:nvPr>
        </p:nvSpPr>
        <p:spPr>
          <a:xfrm rot="-2798919">
            <a:off x="893233" y="1993790"/>
            <a:ext cx="218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5" name="椭圆 34"/>
          <p:cNvSpPr>
            <a:spLocks noGrp="1"/>
          </p:cNvSpPr>
          <p:nvPr>
            <p:custDataLst>
              <p:tags r:id="rId34"/>
            </p:custDataLst>
          </p:nvPr>
        </p:nvSpPr>
        <p:spPr>
          <a:xfrm>
            <a:off x="876430" y="197743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6" name="直接连接符 35"/>
          <p:cNvSpPr>
            <a:spLocks noGrp="1"/>
          </p:cNvSpPr>
          <p:nvPr>
            <p:custDataLst>
              <p:tags r:id="rId35"/>
            </p:custDataLst>
          </p:nvPr>
        </p:nvSpPr>
        <p:spPr>
          <a:xfrm rot="2700000">
            <a:off x="883071" y="199299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7" name="直接连接符 36"/>
          <p:cNvSpPr>
            <a:spLocks noGrp="1"/>
          </p:cNvSpPr>
          <p:nvPr>
            <p:custDataLst>
              <p:tags r:id="rId36"/>
            </p:custDataLst>
          </p:nvPr>
        </p:nvSpPr>
        <p:spPr>
          <a:xfrm rot="8100000">
            <a:off x="883071" y="199299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8" name="直接连接符 37"/>
          <p:cNvSpPr>
            <a:spLocks noGrp="1"/>
          </p:cNvSpPr>
          <p:nvPr>
            <p:custDataLst>
              <p:tags r:id="rId37"/>
            </p:custDataLst>
          </p:nvPr>
        </p:nvSpPr>
        <p:spPr>
          <a:xfrm rot="-5971799">
            <a:off x="1034500" y="1987898"/>
            <a:ext cx="510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9" name="椭圆 38"/>
          <p:cNvSpPr>
            <a:spLocks noGrp="1"/>
          </p:cNvSpPr>
          <p:nvPr>
            <p:custDataLst>
              <p:tags r:id="rId38"/>
            </p:custDataLst>
          </p:nvPr>
        </p:nvSpPr>
        <p:spPr>
          <a:xfrm>
            <a:off x="1020332" y="1973272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40" name="直接连接符 39"/>
          <p:cNvSpPr>
            <a:spLocks noGrp="1"/>
          </p:cNvSpPr>
          <p:nvPr>
            <p:custDataLst>
              <p:tags r:id="rId39"/>
            </p:custDataLst>
          </p:nvPr>
        </p:nvSpPr>
        <p:spPr>
          <a:xfrm rot="2700000">
            <a:off x="1024630" y="198538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1" name="直接连接符 40"/>
          <p:cNvSpPr>
            <a:spLocks noGrp="1"/>
          </p:cNvSpPr>
          <p:nvPr>
            <p:custDataLst>
              <p:tags r:id="rId40"/>
            </p:custDataLst>
          </p:nvPr>
        </p:nvSpPr>
        <p:spPr>
          <a:xfrm rot="8100000">
            <a:off x="1024630" y="198538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" name="直接连接符 41"/>
          <p:cNvSpPr>
            <a:spLocks noGrp="1"/>
          </p:cNvSpPr>
          <p:nvPr>
            <p:custDataLst>
              <p:tags r:id="rId41"/>
            </p:custDataLst>
          </p:nvPr>
        </p:nvSpPr>
        <p:spPr>
          <a:xfrm rot="-6491630">
            <a:off x="963000" y="2066997"/>
            <a:ext cx="380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3" name="椭圆 42"/>
          <p:cNvSpPr>
            <a:spLocks noGrp="1"/>
          </p:cNvSpPr>
          <p:nvPr>
            <p:custDataLst>
              <p:tags r:id="rId42"/>
            </p:custDataLst>
          </p:nvPr>
        </p:nvSpPr>
        <p:spPr>
          <a:xfrm>
            <a:off x="948352" y="205165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44" name="直接连接符 43"/>
          <p:cNvSpPr>
            <a:spLocks noGrp="1"/>
          </p:cNvSpPr>
          <p:nvPr>
            <p:custDataLst>
              <p:tags r:id="rId43"/>
            </p:custDataLst>
          </p:nvPr>
        </p:nvSpPr>
        <p:spPr>
          <a:xfrm rot="2700000">
            <a:off x="952307" y="206519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5" name="直接连接符 44"/>
          <p:cNvSpPr>
            <a:spLocks noGrp="1"/>
          </p:cNvSpPr>
          <p:nvPr>
            <p:custDataLst>
              <p:tags r:id="rId44"/>
            </p:custDataLst>
          </p:nvPr>
        </p:nvSpPr>
        <p:spPr>
          <a:xfrm rot="8100000">
            <a:off x="952307" y="206519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" name="直接连接符 45"/>
          <p:cNvSpPr>
            <a:spLocks noGrp="1"/>
          </p:cNvSpPr>
          <p:nvPr>
            <p:custDataLst>
              <p:tags r:id="rId45"/>
            </p:custDataLst>
          </p:nvPr>
        </p:nvSpPr>
        <p:spPr>
          <a:xfrm rot="-4235121">
            <a:off x="886492" y="2069372"/>
            <a:ext cx="317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7" name="椭圆 46"/>
          <p:cNvSpPr>
            <a:spLocks noGrp="1"/>
          </p:cNvSpPr>
          <p:nvPr>
            <p:custDataLst>
              <p:tags r:id="rId46"/>
            </p:custDataLst>
          </p:nvPr>
        </p:nvSpPr>
        <p:spPr>
          <a:xfrm>
            <a:off x="870409" y="205372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48" name="直接连接符 47"/>
          <p:cNvSpPr>
            <a:spLocks noGrp="1"/>
          </p:cNvSpPr>
          <p:nvPr>
            <p:custDataLst>
              <p:tags r:id="rId47"/>
            </p:custDataLst>
          </p:nvPr>
        </p:nvSpPr>
        <p:spPr>
          <a:xfrm rot="2700000">
            <a:off x="876609" y="206787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9" name="直接连接符 48"/>
          <p:cNvSpPr>
            <a:spLocks noGrp="1"/>
          </p:cNvSpPr>
          <p:nvPr>
            <p:custDataLst>
              <p:tags r:id="rId48"/>
            </p:custDataLst>
          </p:nvPr>
        </p:nvSpPr>
        <p:spPr>
          <a:xfrm rot="8100000">
            <a:off x="876609" y="206787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50" name="直接连接符 49"/>
          <p:cNvSpPr>
            <a:spLocks noGrp="1"/>
          </p:cNvSpPr>
          <p:nvPr>
            <p:custDataLst>
              <p:tags r:id="rId49"/>
            </p:custDataLst>
          </p:nvPr>
        </p:nvSpPr>
        <p:spPr>
          <a:xfrm rot="-6470596">
            <a:off x="1041226" y="2065945"/>
            <a:ext cx="289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51" name="椭圆 50"/>
          <p:cNvSpPr>
            <a:spLocks noGrp="1"/>
          </p:cNvSpPr>
          <p:nvPr>
            <p:custDataLst>
              <p:tags r:id="rId50"/>
            </p:custDataLst>
          </p:nvPr>
        </p:nvSpPr>
        <p:spPr>
          <a:xfrm>
            <a:off x="1025973" y="205017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52" name="直接连接符 51"/>
          <p:cNvSpPr>
            <a:spLocks noGrp="1"/>
          </p:cNvSpPr>
          <p:nvPr>
            <p:custDataLst>
              <p:tags r:id="rId51"/>
            </p:custDataLst>
          </p:nvPr>
        </p:nvSpPr>
        <p:spPr>
          <a:xfrm rot="2700000">
            <a:off x="1030229" y="206456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53" name="直接连接符 52"/>
          <p:cNvSpPr>
            <a:spLocks noGrp="1"/>
          </p:cNvSpPr>
          <p:nvPr>
            <p:custDataLst>
              <p:tags r:id="rId52"/>
            </p:custDataLst>
          </p:nvPr>
        </p:nvSpPr>
        <p:spPr>
          <a:xfrm rot="8100000">
            <a:off x="1030229" y="206456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54" name="直接连接符 53"/>
          <p:cNvSpPr>
            <a:spLocks noGrp="1"/>
          </p:cNvSpPr>
          <p:nvPr>
            <p:custDataLst>
              <p:tags r:id="rId53"/>
            </p:custDataLst>
          </p:nvPr>
        </p:nvSpPr>
        <p:spPr>
          <a:xfrm rot="-8197204">
            <a:off x="885250" y="2130251"/>
            <a:ext cx="165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55" name="椭圆 54"/>
          <p:cNvSpPr>
            <a:spLocks noGrp="1"/>
          </p:cNvSpPr>
          <p:nvPr>
            <p:custDataLst>
              <p:tags r:id="rId54"/>
            </p:custDataLst>
          </p:nvPr>
        </p:nvSpPr>
        <p:spPr>
          <a:xfrm>
            <a:off x="869531" y="211367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56" name="直接连接符 55"/>
          <p:cNvSpPr>
            <a:spLocks noGrp="1"/>
          </p:cNvSpPr>
          <p:nvPr>
            <p:custDataLst>
              <p:tags r:id="rId55"/>
            </p:custDataLst>
          </p:nvPr>
        </p:nvSpPr>
        <p:spPr>
          <a:xfrm rot="2700000">
            <a:off x="873474" y="212968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57" name="直接连接符 56"/>
          <p:cNvSpPr>
            <a:spLocks noGrp="1"/>
          </p:cNvSpPr>
          <p:nvPr>
            <p:custDataLst>
              <p:tags r:id="rId56"/>
            </p:custDataLst>
          </p:nvPr>
        </p:nvSpPr>
        <p:spPr>
          <a:xfrm rot="8100000">
            <a:off x="873474" y="212968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58" name="直接连接符 57"/>
          <p:cNvSpPr>
            <a:spLocks noGrp="1"/>
          </p:cNvSpPr>
          <p:nvPr>
            <p:custDataLst>
              <p:tags r:id="rId57"/>
            </p:custDataLst>
          </p:nvPr>
        </p:nvSpPr>
        <p:spPr>
          <a:xfrm rot="-7629850">
            <a:off x="1043523" y="2128154"/>
            <a:ext cx="96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59" name="椭圆 58"/>
          <p:cNvSpPr>
            <a:spLocks noGrp="1"/>
          </p:cNvSpPr>
          <p:nvPr>
            <p:custDataLst>
              <p:tags r:id="rId58"/>
            </p:custDataLst>
          </p:nvPr>
        </p:nvSpPr>
        <p:spPr>
          <a:xfrm>
            <a:off x="1027149" y="211139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60" name="直接连接符 59"/>
          <p:cNvSpPr>
            <a:spLocks noGrp="1"/>
          </p:cNvSpPr>
          <p:nvPr>
            <p:custDataLst>
              <p:tags r:id="rId59"/>
            </p:custDataLst>
          </p:nvPr>
        </p:nvSpPr>
        <p:spPr>
          <a:xfrm rot="2700000">
            <a:off x="1031711" y="212777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61" name="直接连接符 60"/>
          <p:cNvSpPr>
            <a:spLocks noGrp="1"/>
          </p:cNvSpPr>
          <p:nvPr>
            <p:custDataLst>
              <p:tags r:id="rId60"/>
            </p:custDataLst>
          </p:nvPr>
        </p:nvSpPr>
        <p:spPr>
          <a:xfrm rot="8100000">
            <a:off x="1031711" y="212777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62" name="直接连接符 61"/>
          <p:cNvSpPr>
            <a:spLocks noGrp="1"/>
          </p:cNvSpPr>
          <p:nvPr>
            <p:custDataLst>
              <p:tags r:id="rId61"/>
            </p:custDataLst>
          </p:nvPr>
        </p:nvSpPr>
        <p:spPr>
          <a:xfrm rot="-5463157">
            <a:off x="885908" y="2197510"/>
            <a:ext cx="126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63" name="椭圆 62"/>
          <p:cNvSpPr>
            <a:spLocks noGrp="1"/>
          </p:cNvSpPr>
          <p:nvPr>
            <p:custDataLst>
              <p:tags r:id="rId62"/>
            </p:custDataLst>
          </p:nvPr>
        </p:nvSpPr>
        <p:spPr>
          <a:xfrm>
            <a:off x="869408" y="218099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64" name="直接连接符 63"/>
          <p:cNvSpPr>
            <a:spLocks noGrp="1"/>
          </p:cNvSpPr>
          <p:nvPr>
            <p:custDataLst>
              <p:tags r:id="rId63"/>
            </p:custDataLst>
          </p:nvPr>
        </p:nvSpPr>
        <p:spPr>
          <a:xfrm rot="2700000">
            <a:off x="874528" y="219687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65" name="直接连接符 64"/>
          <p:cNvSpPr>
            <a:spLocks noGrp="1"/>
          </p:cNvSpPr>
          <p:nvPr>
            <p:custDataLst>
              <p:tags r:id="rId64"/>
            </p:custDataLst>
          </p:nvPr>
        </p:nvSpPr>
        <p:spPr>
          <a:xfrm rot="8100000">
            <a:off x="874528" y="219687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66" name="直接连接符 65"/>
          <p:cNvSpPr>
            <a:spLocks noGrp="1"/>
          </p:cNvSpPr>
          <p:nvPr>
            <p:custDataLst>
              <p:tags r:id="rId65"/>
            </p:custDataLst>
          </p:nvPr>
        </p:nvSpPr>
        <p:spPr>
          <a:xfrm rot="-7968819">
            <a:off x="1044568" y="2195651"/>
            <a:ext cx="140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67" name="椭圆 66"/>
          <p:cNvSpPr>
            <a:spLocks noGrp="1"/>
          </p:cNvSpPr>
          <p:nvPr>
            <p:custDataLst>
              <p:tags r:id="rId66"/>
            </p:custDataLst>
          </p:nvPr>
        </p:nvSpPr>
        <p:spPr>
          <a:xfrm>
            <a:off x="1028605" y="217902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68" name="直接连接符 67"/>
          <p:cNvSpPr>
            <a:spLocks noGrp="1"/>
          </p:cNvSpPr>
          <p:nvPr>
            <p:custDataLst>
              <p:tags r:id="rId67"/>
            </p:custDataLst>
          </p:nvPr>
        </p:nvSpPr>
        <p:spPr>
          <a:xfrm rot="2700000">
            <a:off x="1032792" y="219513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69" name="直接连接符 68"/>
          <p:cNvSpPr>
            <a:spLocks noGrp="1"/>
          </p:cNvSpPr>
          <p:nvPr>
            <p:custDataLst>
              <p:tags r:id="rId68"/>
            </p:custDataLst>
          </p:nvPr>
        </p:nvSpPr>
        <p:spPr>
          <a:xfrm rot="8100000">
            <a:off x="1032792" y="219513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70" name="直接连接符 69"/>
          <p:cNvSpPr>
            <a:spLocks noGrp="1"/>
          </p:cNvSpPr>
          <p:nvPr>
            <p:custDataLst>
              <p:tags r:id="rId69"/>
            </p:custDataLst>
          </p:nvPr>
        </p:nvSpPr>
        <p:spPr>
          <a:xfrm rot="2324113">
            <a:off x="831895" y="1770577"/>
            <a:ext cx="570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71" name="椭圆 70"/>
          <p:cNvSpPr>
            <a:spLocks noGrp="1"/>
          </p:cNvSpPr>
          <p:nvPr>
            <p:custDataLst>
              <p:tags r:id="rId70"/>
            </p:custDataLst>
          </p:nvPr>
        </p:nvSpPr>
        <p:spPr>
          <a:xfrm>
            <a:off x="815377" y="175164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72" name="直接连接符 71"/>
          <p:cNvSpPr>
            <a:spLocks noGrp="1"/>
          </p:cNvSpPr>
          <p:nvPr>
            <p:custDataLst>
              <p:tags r:id="rId71"/>
            </p:custDataLst>
          </p:nvPr>
        </p:nvSpPr>
        <p:spPr>
          <a:xfrm rot="2700000">
            <a:off x="824970" y="1772362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73" name="直接连接符 72"/>
          <p:cNvSpPr>
            <a:spLocks noGrp="1"/>
          </p:cNvSpPr>
          <p:nvPr>
            <p:custDataLst>
              <p:tags r:id="rId72"/>
            </p:custDataLst>
          </p:nvPr>
        </p:nvSpPr>
        <p:spPr>
          <a:xfrm rot="8100000">
            <a:off x="824970" y="1772362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74" name="直接连接符 73"/>
          <p:cNvSpPr>
            <a:spLocks noGrp="1"/>
          </p:cNvSpPr>
          <p:nvPr>
            <p:custDataLst>
              <p:tags r:id="rId73"/>
            </p:custDataLst>
          </p:nvPr>
        </p:nvSpPr>
        <p:spPr>
          <a:xfrm rot="-5417428">
            <a:off x="1100803" y="1767364"/>
            <a:ext cx="143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75" name="椭圆 74"/>
          <p:cNvSpPr>
            <a:spLocks noGrp="1"/>
          </p:cNvSpPr>
          <p:nvPr>
            <p:custDataLst>
              <p:tags r:id="rId74"/>
            </p:custDataLst>
          </p:nvPr>
        </p:nvSpPr>
        <p:spPr>
          <a:xfrm>
            <a:off x="1084379" y="175093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76" name="直接连接符 75"/>
          <p:cNvSpPr>
            <a:spLocks noGrp="1"/>
          </p:cNvSpPr>
          <p:nvPr>
            <p:custDataLst>
              <p:tags r:id="rId75"/>
            </p:custDataLst>
          </p:nvPr>
        </p:nvSpPr>
        <p:spPr>
          <a:xfrm rot="2700000">
            <a:off x="1089516" y="176664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77" name="直接连接符 76"/>
          <p:cNvSpPr>
            <a:spLocks noGrp="1"/>
          </p:cNvSpPr>
          <p:nvPr>
            <p:custDataLst>
              <p:tags r:id="rId76"/>
            </p:custDataLst>
          </p:nvPr>
        </p:nvSpPr>
        <p:spPr>
          <a:xfrm rot="8100000">
            <a:off x="1089516" y="176664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78" name="直接连接符 77"/>
          <p:cNvSpPr>
            <a:spLocks noGrp="1"/>
          </p:cNvSpPr>
          <p:nvPr>
            <p:custDataLst>
              <p:tags r:id="rId77"/>
            </p:custDataLst>
          </p:nvPr>
        </p:nvSpPr>
        <p:spPr>
          <a:xfrm rot="1608119">
            <a:off x="894871" y="1759475"/>
            <a:ext cx="218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79" name="椭圆 78"/>
          <p:cNvSpPr>
            <a:spLocks noGrp="1"/>
          </p:cNvSpPr>
          <p:nvPr>
            <p:custDataLst>
              <p:tags r:id="rId78"/>
            </p:custDataLst>
          </p:nvPr>
        </p:nvSpPr>
        <p:spPr>
          <a:xfrm>
            <a:off x="877844" y="174183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80" name="直接连接符 79"/>
          <p:cNvSpPr>
            <a:spLocks noGrp="1"/>
          </p:cNvSpPr>
          <p:nvPr>
            <p:custDataLst>
              <p:tags r:id="rId79"/>
            </p:custDataLst>
          </p:nvPr>
        </p:nvSpPr>
        <p:spPr>
          <a:xfrm rot="2700000">
            <a:off x="884939" y="175996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81" name="直接连接符 80"/>
          <p:cNvSpPr>
            <a:spLocks noGrp="1"/>
          </p:cNvSpPr>
          <p:nvPr>
            <p:custDataLst>
              <p:tags r:id="rId80"/>
            </p:custDataLst>
          </p:nvPr>
        </p:nvSpPr>
        <p:spPr>
          <a:xfrm rot="8100000">
            <a:off x="884939" y="175996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82" name="直接连接符 81"/>
          <p:cNvSpPr>
            <a:spLocks noGrp="1"/>
          </p:cNvSpPr>
          <p:nvPr>
            <p:custDataLst>
              <p:tags r:id="rId81"/>
            </p:custDataLst>
          </p:nvPr>
        </p:nvSpPr>
        <p:spPr>
          <a:xfrm rot="8929370">
            <a:off x="1037147" y="1758168"/>
            <a:ext cx="189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83" name="椭圆 82"/>
          <p:cNvSpPr>
            <a:spLocks noGrp="1"/>
          </p:cNvSpPr>
          <p:nvPr>
            <p:custDataLst>
              <p:tags r:id="rId82"/>
            </p:custDataLst>
          </p:nvPr>
        </p:nvSpPr>
        <p:spPr>
          <a:xfrm>
            <a:off x="1021759" y="174053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84" name="直接连接符 83"/>
          <p:cNvSpPr>
            <a:spLocks noGrp="1"/>
          </p:cNvSpPr>
          <p:nvPr>
            <p:custDataLst>
              <p:tags r:id="rId83"/>
            </p:custDataLst>
          </p:nvPr>
        </p:nvSpPr>
        <p:spPr>
          <a:xfrm rot="2700000">
            <a:off x="1025282" y="175865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85" name="直接连接符 84"/>
          <p:cNvSpPr>
            <a:spLocks noGrp="1"/>
          </p:cNvSpPr>
          <p:nvPr>
            <p:custDataLst>
              <p:tags r:id="rId84"/>
            </p:custDataLst>
          </p:nvPr>
        </p:nvSpPr>
        <p:spPr>
          <a:xfrm rot="8100000">
            <a:off x="1025282" y="175865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86" name="矩形 85"/>
          <p:cNvSpPr>
            <a:spLocks noGrp="1"/>
          </p:cNvSpPr>
          <p:nvPr>
            <p:custDataLst>
              <p:tags r:id="rId85"/>
            </p:custDataLst>
          </p:nvPr>
        </p:nvSpPr>
        <p:spPr>
          <a:xfrm>
            <a:off x="765411" y="1732576"/>
            <a:ext cx="400847" cy="431682"/>
          </a:xfrm>
          <a:prstGeom prst="rect">
            <a:avLst/>
          </a:prstGeom>
          <a:noFill/>
          <a:ln w="15240">
            <a:solidFill>
              <a:srgbClr val="087B7C"/>
            </a:solidFill>
          </a:ln>
        </p:spPr>
      </p:sp>
      <p:sp>
        <p:nvSpPr>
          <p:cNvPr id="87" name="矩形 86"/>
          <p:cNvSpPr>
            <a:spLocks noGrp="1"/>
          </p:cNvSpPr>
          <p:nvPr>
            <p:custDataLst>
              <p:tags r:id="rId86"/>
            </p:custDataLst>
          </p:nvPr>
        </p:nvSpPr>
        <p:spPr>
          <a:xfrm>
            <a:off x="285750" y="3000375"/>
            <a:ext cx="1428750" cy="19431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背部局部放大</a:t>
            </a:r>
            <a:endParaRPr sz="94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83" name="图片 582"/>
          <p:cNvPicPr>
            <a:picLocks noChangeAspect="1"/>
          </p:cNvPicPr>
          <p:nvPr>
            <p:custDataLst>
              <p:tags r:id="rId87"/>
            </p:custDataLst>
          </p:nvPr>
        </p:nvPicPr>
        <p:blipFill>
          <a:blip r:embed="rId88"/>
          <a:stretch>
            <a:fillRect/>
          </a:stretch>
        </p:blipFill>
        <p:spPr>
          <a:xfrm>
            <a:off x="285750" y="3211830"/>
            <a:ext cx="1400175" cy="1507881"/>
          </a:xfrm>
          <a:prstGeom prst="rect">
            <a:avLst/>
          </a:prstGeom>
        </p:spPr>
      </p:pic>
      <p:sp>
        <p:nvSpPr>
          <p:cNvPr id="89" name="直接连接符 88"/>
          <p:cNvSpPr>
            <a:spLocks noGrp="1"/>
          </p:cNvSpPr>
          <p:nvPr>
            <p:custDataLst>
              <p:tags r:id="rId89"/>
            </p:custDataLst>
          </p:nvPr>
        </p:nvSpPr>
        <p:spPr>
          <a:xfrm rot="-9190348">
            <a:off x="982513" y="3307799"/>
            <a:ext cx="118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90" name="椭圆 89"/>
          <p:cNvSpPr>
            <a:spLocks noGrp="1"/>
          </p:cNvSpPr>
          <p:nvPr>
            <p:custDataLst>
              <p:tags r:id="rId90"/>
            </p:custDataLst>
          </p:nvPr>
        </p:nvSpPr>
        <p:spPr>
          <a:xfrm>
            <a:off x="949343" y="3273776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91" name="直接连接符 90"/>
          <p:cNvSpPr>
            <a:spLocks noGrp="1"/>
          </p:cNvSpPr>
          <p:nvPr>
            <p:custDataLst>
              <p:tags r:id="rId91"/>
            </p:custDataLst>
          </p:nvPr>
        </p:nvSpPr>
        <p:spPr>
          <a:xfrm rot="2700000">
            <a:off x="958574" y="330753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92" name="直接连接符 91"/>
          <p:cNvSpPr>
            <a:spLocks noGrp="1"/>
          </p:cNvSpPr>
          <p:nvPr>
            <p:custDataLst>
              <p:tags r:id="rId92"/>
            </p:custDataLst>
          </p:nvPr>
        </p:nvSpPr>
        <p:spPr>
          <a:xfrm rot="8100000">
            <a:off x="958574" y="330753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93" name="直接连接符 92"/>
          <p:cNvSpPr>
            <a:spLocks noGrp="1"/>
          </p:cNvSpPr>
          <p:nvPr>
            <p:custDataLst>
              <p:tags r:id="rId93"/>
            </p:custDataLst>
          </p:nvPr>
        </p:nvSpPr>
        <p:spPr>
          <a:xfrm rot="-5364517">
            <a:off x="724117" y="3638278"/>
            <a:ext cx="1552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94" name="椭圆 93"/>
          <p:cNvSpPr>
            <a:spLocks noGrp="1"/>
          </p:cNvSpPr>
          <p:nvPr>
            <p:custDataLst>
              <p:tags r:id="rId94"/>
            </p:custDataLst>
          </p:nvPr>
        </p:nvSpPr>
        <p:spPr>
          <a:xfrm>
            <a:off x="697511" y="3611752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95" name="直接连接符 94"/>
          <p:cNvSpPr>
            <a:spLocks noGrp="1"/>
          </p:cNvSpPr>
          <p:nvPr>
            <p:custDataLst>
              <p:tags r:id="rId95"/>
            </p:custDataLst>
          </p:nvPr>
        </p:nvSpPr>
        <p:spPr>
          <a:xfrm rot="2700000">
            <a:off x="707959" y="363051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96" name="直接连接符 95"/>
          <p:cNvSpPr>
            <a:spLocks noGrp="1"/>
          </p:cNvSpPr>
          <p:nvPr>
            <p:custDataLst>
              <p:tags r:id="rId96"/>
            </p:custDataLst>
          </p:nvPr>
        </p:nvSpPr>
        <p:spPr>
          <a:xfrm rot="8100000">
            <a:off x="707959" y="363051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97" name="直接连接符 96"/>
          <p:cNvSpPr>
            <a:spLocks noGrp="1"/>
          </p:cNvSpPr>
          <p:nvPr>
            <p:custDataLst>
              <p:tags r:id="rId97"/>
            </p:custDataLst>
          </p:nvPr>
        </p:nvSpPr>
        <p:spPr>
          <a:xfrm rot="-6358800">
            <a:off x="1216229" y="3631175"/>
            <a:ext cx="2559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98" name="椭圆 97"/>
          <p:cNvSpPr>
            <a:spLocks noGrp="1"/>
          </p:cNvSpPr>
          <p:nvPr>
            <p:custDataLst>
              <p:tags r:id="rId98"/>
            </p:custDataLst>
          </p:nvPr>
        </p:nvSpPr>
        <p:spPr>
          <a:xfrm>
            <a:off x="1198261" y="360918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99" name="直接连接符 98"/>
          <p:cNvSpPr>
            <a:spLocks noGrp="1"/>
          </p:cNvSpPr>
          <p:nvPr>
            <p:custDataLst>
              <p:tags r:id="rId99"/>
            </p:custDataLst>
          </p:nvPr>
        </p:nvSpPr>
        <p:spPr>
          <a:xfrm rot="2700000">
            <a:off x="1201501" y="361887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0" name="直接连接符 99"/>
          <p:cNvSpPr>
            <a:spLocks noGrp="1"/>
          </p:cNvSpPr>
          <p:nvPr>
            <p:custDataLst>
              <p:tags r:id="rId100"/>
            </p:custDataLst>
          </p:nvPr>
        </p:nvSpPr>
        <p:spPr>
          <a:xfrm rot="8100000">
            <a:off x="1201501" y="361887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1" name="直接连接符 100"/>
          <p:cNvSpPr>
            <a:spLocks noGrp="1"/>
          </p:cNvSpPr>
          <p:nvPr>
            <p:custDataLst>
              <p:tags r:id="rId101"/>
            </p:custDataLst>
          </p:nvPr>
        </p:nvSpPr>
        <p:spPr>
          <a:xfrm rot="-5385680">
            <a:off x="967284" y="3812013"/>
            <a:ext cx="2513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02" name="椭圆 101"/>
          <p:cNvSpPr>
            <a:spLocks noGrp="1"/>
          </p:cNvSpPr>
          <p:nvPr>
            <p:custDataLst>
              <p:tags r:id="rId102"/>
            </p:custDataLst>
          </p:nvPr>
        </p:nvSpPr>
        <p:spPr>
          <a:xfrm>
            <a:off x="945508" y="3790289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03" name="直接连接符 102"/>
          <p:cNvSpPr>
            <a:spLocks noGrp="1"/>
          </p:cNvSpPr>
          <p:nvPr>
            <p:custDataLst>
              <p:tags r:id="rId103"/>
            </p:custDataLst>
          </p:nvPr>
        </p:nvSpPr>
        <p:spPr>
          <a:xfrm rot="2700000">
            <a:off x="955900" y="379944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4" name="直接连接符 103"/>
          <p:cNvSpPr>
            <a:spLocks noGrp="1"/>
          </p:cNvSpPr>
          <p:nvPr>
            <p:custDataLst>
              <p:tags r:id="rId104"/>
            </p:custDataLst>
          </p:nvPr>
        </p:nvSpPr>
        <p:spPr>
          <a:xfrm rot="8100000">
            <a:off x="955900" y="379944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5" name="直接连接符 104"/>
          <p:cNvSpPr>
            <a:spLocks noGrp="1"/>
          </p:cNvSpPr>
          <p:nvPr>
            <p:custDataLst>
              <p:tags r:id="rId105"/>
            </p:custDataLst>
          </p:nvPr>
        </p:nvSpPr>
        <p:spPr>
          <a:xfrm rot="-4262286">
            <a:off x="721719" y="3814948"/>
            <a:ext cx="1490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06" name="椭圆 105"/>
          <p:cNvSpPr>
            <a:spLocks noGrp="1"/>
          </p:cNvSpPr>
          <p:nvPr>
            <p:custDataLst>
              <p:tags r:id="rId106"/>
            </p:custDataLst>
          </p:nvPr>
        </p:nvSpPr>
        <p:spPr>
          <a:xfrm>
            <a:off x="692459" y="3787704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07" name="直接连接符 106"/>
          <p:cNvSpPr>
            <a:spLocks noGrp="1"/>
          </p:cNvSpPr>
          <p:nvPr>
            <p:custDataLst>
              <p:tags r:id="rId107"/>
            </p:custDataLst>
          </p:nvPr>
        </p:nvSpPr>
        <p:spPr>
          <a:xfrm rot="2700000">
            <a:off x="707587" y="380790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8" name="直接连接符 107"/>
          <p:cNvSpPr>
            <a:spLocks noGrp="1"/>
          </p:cNvSpPr>
          <p:nvPr>
            <p:custDataLst>
              <p:tags r:id="rId108"/>
            </p:custDataLst>
          </p:nvPr>
        </p:nvSpPr>
        <p:spPr>
          <a:xfrm rot="8100000">
            <a:off x="707587" y="380790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09" name="直接连接符 108"/>
          <p:cNvSpPr>
            <a:spLocks noGrp="1"/>
          </p:cNvSpPr>
          <p:nvPr>
            <p:custDataLst>
              <p:tags r:id="rId109"/>
            </p:custDataLst>
          </p:nvPr>
        </p:nvSpPr>
        <p:spPr>
          <a:xfrm rot="-5283848">
            <a:off x="1220632" y="3800579"/>
            <a:ext cx="3146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10" name="椭圆 109"/>
          <p:cNvSpPr>
            <a:spLocks noGrp="1"/>
          </p:cNvSpPr>
          <p:nvPr>
            <p:custDataLst>
              <p:tags r:id="rId110"/>
            </p:custDataLst>
          </p:nvPr>
        </p:nvSpPr>
        <p:spPr>
          <a:xfrm>
            <a:off x="1201542" y="378201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11" name="直接连接符 110"/>
          <p:cNvSpPr>
            <a:spLocks noGrp="1"/>
          </p:cNvSpPr>
          <p:nvPr>
            <p:custDataLst>
              <p:tags r:id="rId111"/>
            </p:custDataLst>
          </p:nvPr>
        </p:nvSpPr>
        <p:spPr>
          <a:xfrm rot="2700000">
            <a:off x="1212892" y="378485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12" name="直接连接符 111"/>
          <p:cNvSpPr>
            <a:spLocks noGrp="1"/>
          </p:cNvSpPr>
          <p:nvPr>
            <p:custDataLst>
              <p:tags r:id="rId112"/>
            </p:custDataLst>
          </p:nvPr>
        </p:nvSpPr>
        <p:spPr>
          <a:xfrm rot="8100000">
            <a:off x="1212892" y="378485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13" name="直接连接符 112"/>
          <p:cNvSpPr>
            <a:spLocks noGrp="1"/>
          </p:cNvSpPr>
          <p:nvPr>
            <p:custDataLst>
              <p:tags r:id="rId113"/>
            </p:custDataLst>
          </p:nvPr>
        </p:nvSpPr>
        <p:spPr>
          <a:xfrm rot="-5650872">
            <a:off x="976975" y="4111508"/>
            <a:ext cx="1224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14" name="椭圆 113"/>
          <p:cNvSpPr>
            <a:spLocks noGrp="1"/>
          </p:cNvSpPr>
          <p:nvPr>
            <p:custDataLst>
              <p:tags r:id="rId114"/>
            </p:custDataLst>
          </p:nvPr>
        </p:nvSpPr>
        <p:spPr>
          <a:xfrm>
            <a:off x="949252" y="4083323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15" name="直接连接符 114"/>
          <p:cNvSpPr>
            <a:spLocks noGrp="1"/>
          </p:cNvSpPr>
          <p:nvPr>
            <p:custDataLst>
              <p:tags r:id="rId115"/>
            </p:custDataLst>
          </p:nvPr>
        </p:nvSpPr>
        <p:spPr>
          <a:xfrm rot="2700000">
            <a:off x="958646" y="410540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16" name="直接连接符 115"/>
          <p:cNvSpPr>
            <a:spLocks noGrp="1"/>
          </p:cNvSpPr>
          <p:nvPr>
            <p:custDataLst>
              <p:tags r:id="rId116"/>
            </p:custDataLst>
          </p:nvPr>
        </p:nvSpPr>
        <p:spPr>
          <a:xfrm rot="8100000">
            <a:off x="958646" y="410540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17" name="直接连接符 116"/>
          <p:cNvSpPr>
            <a:spLocks noGrp="1"/>
          </p:cNvSpPr>
          <p:nvPr>
            <p:custDataLst>
              <p:tags r:id="rId117"/>
            </p:custDataLst>
          </p:nvPr>
        </p:nvSpPr>
        <p:spPr>
          <a:xfrm rot="-2798919">
            <a:off x="732235" y="4124263"/>
            <a:ext cx="762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18" name="椭圆 117"/>
          <p:cNvSpPr>
            <a:spLocks noGrp="1"/>
          </p:cNvSpPr>
          <p:nvPr>
            <p:custDataLst>
              <p:tags r:id="rId118"/>
            </p:custDataLst>
          </p:nvPr>
        </p:nvSpPr>
        <p:spPr>
          <a:xfrm>
            <a:off x="699140" y="4092744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19" name="直接连接符 118"/>
          <p:cNvSpPr>
            <a:spLocks noGrp="1"/>
          </p:cNvSpPr>
          <p:nvPr>
            <p:custDataLst>
              <p:tags r:id="rId119"/>
            </p:custDataLst>
          </p:nvPr>
        </p:nvSpPr>
        <p:spPr>
          <a:xfrm rot="2700000">
            <a:off x="714659" y="412149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20" name="直接连接符 119"/>
          <p:cNvSpPr>
            <a:spLocks noGrp="1"/>
          </p:cNvSpPr>
          <p:nvPr>
            <p:custDataLst>
              <p:tags r:id="rId120"/>
            </p:custDataLst>
          </p:nvPr>
        </p:nvSpPr>
        <p:spPr>
          <a:xfrm rot="8100000">
            <a:off x="714659" y="412149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21" name="直接连接符 120"/>
          <p:cNvSpPr>
            <a:spLocks noGrp="1"/>
          </p:cNvSpPr>
          <p:nvPr>
            <p:custDataLst>
              <p:tags r:id="rId121"/>
            </p:custDataLst>
          </p:nvPr>
        </p:nvSpPr>
        <p:spPr>
          <a:xfrm rot="-5971799">
            <a:off x="1225688" y="4103682"/>
            <a:ext cx="17840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22" name="椭圆 121"/>
          <p:cNvSpPr>
            <a:spLocks noGrp="1"/>
          </p:cNvSpPr>
          <p:nvPr>
            <p:custDataLst>
              <p:tags r:id="rId122"/>
            </p:custDataLst>
          </p:nvPr>
        </p:nvSpPr>
        <p:spPr>
          <a:xfrm>
            <a:off x="1201794" y="4078189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23" name="直接连接符 122"/>
          <p:cNvSpPr>
            <a:spLocks noGrp="1"/>
          </p:cNvSpPr>
          <p:nvPr>
            <p:custDataLst>
              <p:tags r:id="rId123"/>
            </p:custDataLst>
          </p:nvPr>
        </p:nvSpPr>
        <p:spPr>
          <a:xfrm rot="2700000">
            <a:off x="1209128" y="409488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24" name="直接连接符 123"/>
          <p:cNvSpPr>
            <a:spLocks noGrp="1"/>
          </p:cNvSpPr>
          <p:nvPr>
            <p:custDataLst>
              <p:tags r:id="rId124"/>
            </p:custDataLst>
          </p:nvPr>
        </p:nvSpPr>
        <p:spPr>
          <a:xfrm rot="8100000">
            <a:off x="1209128" y="409488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25" name="直接连接符 124"/>
          <p:cNvSpPr>
            <a:spLocks noGrp="1"/>
          </p:cNvSpPr>
          <p:nvPr>
            <p:custDataLst>
              <p:tags r:id="rId125"/>
            </p:custDataLst>
          </p:nvPr>
        </p:nvSpPr>
        <p:spPr>
          <a:xfrm rot="-6491630">
            <a:off x="975935" y="4379977"/>
            <a:ext cx="1329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26" name="椭圆 125"/>
          <p:cNvSpPr>
            <a:spLocks noGrp="1"/>
          </p:cNvSpPr>
          <p:nvPr>
            <p:custDataLst>
              <p:tags r:id="rId126"/>
            </p:custDataLst>
          </p:nvPr>
        </p:nvSpPr>
        <p:spPr>
          <a:xfrm>
            <a:off x="950365" y="4352000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27" name="直接连接符 126"/>
          <p:cNvSpPr>
            <a:spLocks noGrp="1"/>
          </p:cNvSpPr>
          <p:nvPr>
            <p:custDataLst>
              <p:tags r:id="rId127"/>
            </p:custDataLst>
          </p:nvPr>
        </p:nvSpPr>
        <p:spPr>
          <a:xfrm rot="2700000">
            <a:off x="956503" y="437366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28" name="直接连接符 127"/>
          <p:cNvSpPr>
            <a:spLocks noGrp="1"/>
          </p:cNvSpPr>
          <p:nvPr>
            <p:custDataLst>
              <p:tags r:id="rId128"/>
            </p:custDataLst>
          </p:nvPr>
        </p:nvSpPr>
        <p:spPr>
          <a:xfrm rot="8100000">
            <a:off x="956503" y="437366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29" name="直接连接符 128"/>
          <p:cNvSpPr>
            <a:spLocks noGrp="1"/>
          </p:cNvSpPr>
          <p:nvPr>
            <p:custDataLst>
              <p:tags r:id="rId129"/>
            </p:custDataLst>
          </p:nvPr>
        </p:nvSpPr>
        <p:spPr>
          <a:xfrm rot="-4235121">
            <a:off x="708691" y="4388275"/>
            <a:ext cx="1110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30" name="椭圆 129"/>
          <p:cNvSpPr>
            <a:spLocks noGrp="1"/>
          </p:cNvSpPr>
          <p:nvPr>
            <p:custDataLst>
              <p:tags r:id="rId130"/>
            </p:custDataLst>
          </p:nvPr>
        </p:nvSpPr>
        <p:spPr>
          <a:xfrm>
            <a:off x="678108" y="435922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31" name="直接连接符 130"/>
          <p:cNvSpPr>
            <a:spLocks noGrp="1"/>
          </p:cNvSpPr>
          <p:nvPr>
            <p:custDataLst>
              <p:tags r:id="rId131"/>
            </p:custDataLst>
          </p:nvPr>
        </p:nvSpPr>
        <p:spPr>
          <a:xfrm rot="2700000">
            <a:off x="692087" y="438303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32" name="直接连接符 131"/>
          <p:cNvSpPr>
            <a:spLocks noGrp="1"/>
          </p:cNvSpPr>
          <p:nvPr>
            <p:custDataLst>
              <p:tags r:id="rId132"/>
            </p:custDataLst>
          </p:nvPr>
        </p:nvSpPr>
        <p:spPr>
          <a:xfrm rot="8100000">
            <a:off x="692087" y="438303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33" name="直接连接符 132"/>
          <p:cNvSpPr>
            <a:spLocks noGrp="1"/>
          </p:cNvSpPr>
          <p:nvPr>
            <p:custDataLst>
              <p:tags r:id="rId133"/>
            </p:custDataLst>
          </p:nvPr>
        </p:nvSpPr>
        <p:spPr>
          <a:xfrm rot="-6470596">
            <a:off x="1249181" y="4376303"/>
            <a:ext cx="1011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34" name="椭圆 133"/>
          <p:cNvSpPr>
            <a:spLocks noGrp="1"/>
          </p:cNvSpPr>
          <p:nvPr>
            <p:custDataLst>
              <p:tags r:id="rId134"/>
            </p:custDataLst>
          </p:nvPr>
        </p:nvSpPr>
        <p:spPr>
          <a:xfrm>
            <a:off x="1221499" y="434682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35" name="直接连接符 134"/>
          <p:cNvSpPr>
            <a:spLocks noGrp="1"/>
          </p:cNvSpPr>
          <p:nvPr>
            <p:custDataLst>
              <p:tags r:id="rId135"/>
            </p:custDataLst>
          </p:nvPr>
        </p:nvSpPr>
        <p:spPr>
          <a:xfrm rot="2700000">
            <a:off x="1228687" y="4371488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36" name="直接连接符 135"/>
          <p:cNvSpPr>
            <a:spLocks noGrp="1"/>
          </p:cNvSpPr>
          <p:nvPr>
            <p:custDataLst>
              <p:tags r:id="rId136"/>
            </p:custDataLst>
          </p:nvPr>
        </p:nvSpPr>
        <p:spPr>
          <a:xfrm rot="8100000">
            <a:off x="1228687" y="4371488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37" name="直接连接符 136"/>
          <p:cNvSpPr>
            <a:spLocks noGrp="1"/>
          </p:cNvSpPr>
          <p:nvPr>
            <p:custDataLst>
              <p:tags r:id="rId137"/>
            </p:custDataLst>
          </p:nvPr>
        </p:nvSpPr>
        <p:spPr>
          <a:xfrm rot="-8197204">
            <a:off x="704351" y="4600924"/>
            <a:ext cx="5770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38" name="椭圆 137"/>
          <p:cNvSpPr>
            <a:spLocks noGrp="1"/>
          </p:cNvSpPr>
          <p:nvPr>
            <p:custDataLst>
              <p:tags r:id="rId138"/>
            </p:custDataLst>
          </p:nvPr>
        </p:nvSpPr>
        <p:spPr>
          <a:xfrm>
            <a:off x="675044" y="4568616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39" name="直接连接符 138"/>
          <p:cNvSpPr>
            <a:spLocks noGrp="1"/>
          </p:cNvSpPr>
          <p:nvPr>
            <p:custDataLst>
              <p:tags r:id="rId139"/>
            </p:custDataLst>
          </p:nvPr>
        </p:nvSpPr>
        <p:spPr>
          <a:xfrm rot="2700000">
            <a:off x="681137" y="459894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0" name="直接连接符 139"/>
          <p:cNvSpPr>
            <a:spLocks noGrp="1"/>
          </p:cNvSpPr>
          <p:nvPr>
            <p:custDataLst>
              <p:tags r:id="rId140"/>
            </p:custDataLst>
          </p:nvPr>
        </p:nvSpPr>
        <p:spPr>
          <a:xfrm rot="8100000">
            <a:off x="681137" y="459894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1" name="直接连接符 140"/>
          <p:cNvSpPr>
            <a:spLocks noGrp="1"/>
          </p:cNvSpPr>
          <p:nvPr>
            <p:custDataLst>
              <p:tags r:id="rId141"/>
            </p:custDataLst>
          </p:nvPr>
        </p:nvSpPr>
        <p:spPr>
          <a:xfrm rot="-7629850">
            <a:off x="1257204" y="4593602"/>
            <a:ext cx="335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42" name="椭圆 141"/>
          <p:cNvSpPr>
            <a:spLocks noGrp="1"/>
          </p:cNvSpPr>
          <p:nvPr>
            <p:custDataLst>
              <p:tags r:id="rId142"/>
            </p:custDataLst>
          </p:nvPr>
        </p:nvSpPr>
        <p:spPr>
          <a:xfrm>
            <a:off x="1225608" y="456065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43" name="直接连接符 142"/>
          <p:cNvSpPr>
            <a:spLocks noGrp="1"/>
          </p:cNvSpPr>
          <p:nvPr>
            <p:custDataLst>
              <p:tags r:id="rId143"/>
            </p:custDataLst>
          </p:nvPr>
        </p:nvSpPr>
        <p:spPr>
          <a:xfrm rot="2700000">
            <a:off x="1233866" y="459226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4" name="直接连接符 143"/>
          <p:cNvSpPr>
            <a:spLocks noGrp="1"/>
          </p:cNvSpPr>
          <p:nvPr>
            <p:custDataLst>
              <p:tags r:id="rId144"/>
            </p:custDataLst>
          </p:nvPr>
        </p:nvSpPr>
        <p:spPr>
          <a:xfrm rot="8100000">
            <a:off x="1233866" y="459226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5" name="直接连接符 144"/>
          <p:cNvSpPr>
            <a:spLocks noGrp="1"/>
          </p:cNvSpPr>
          <p:nvPr>
            <p:custDataLst>
              <p:tags r:id="rId145"/>
            </p:custDataLst>
          </p:nvPr>
        </p:nvSpPr>
        <p:spPr>
          <a:xfrm rot="2324113">
            <a:off x="517979" y="3344570"/>
            <a:ext cx="1992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46" name="椭圆 145"/>
          <p:cNvSpPr>
            <a:spLocks noGrp="1"/>
          </p:cNvSpPr>
          <p:nvPr>
            <p:custDataLst>
              <p:tags r:id="rId146"/>
            </p:custDataLst>
          </p:nvPr>
        </p:nvSpPr>
        <p:spPr>
          <a:xfrm>
            <a:off x="485880" y="330404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47" name="直接连接符 146"/>
          <p:cNvSpPr>
            <a:spLocks noGrp="1"/>
          </p:cNvSpPr>
          <p:nvPr>
            <p:custDataLst>
              <p:tags r:id="rId147"/>
            </p:custDataLst>
          </p:nvPr>
        </p:nvSpPr>
        <p:spPr>
          <a:xfrm rot="2700000">
            <a:off x="511709" y="335080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8" name="直接连接符 147"/>
          <p:cNvSpPr>
            <a:spLocks noGrp="1"/>
          </p:cNvSpPr>
          <p:nvPr>
            <p:custDataLst>
              <p:tags r:id="rId148"/>
            </p:custDataLst>
          </p:nvPr>
        </p:nvSpPr>
        <p:spPr>
          <a:xfrm rot="8100000">
            <a:off x="511709" y="335080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49" name="直接连接符 148"/>
          <p:cNvSpPr>
            <a:spLocks noGrp="1"/>
          </p:cNvSpPr>
          <p:nvPr>
            <p:custDataLst>
              <p:tags r:id="rId149"/>
            </p:custDataLst>
          </p:nvPr>
        </p:nvSpPr>
        <p:spPr>
          <a:xfrm rot="-5417428">
            <a:off x="1457287" y="3333349"/>
            <a:ext cx="501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50" name="椭圆 149"/>
          <p:cNvSpPr>
            <a:spLocks noGrp="1"/>
          </p:cNvSpPr>
          <p:nvPr>
            <p:custDataLst>
              <p:tags r:id="rId150"/>
            </p:custDataLst>
          </p:nvPr>
        </p:nvSpPr>
        <p:spPr>
          <a:xfrm>
            <a:off x="1425517" y="330156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51" name="直接连接符 150"/>
          <p:cNvSpPr>
            <a:spLocks noGrp="1"/>
          </p:cNvSpPr>
          <p:nvPr>
            <p:custDataLst>
              <p:tags r:id="rId151"/>
            </p:custDataLst>
          </p:nvPr>
        </p:nvSpPr>
        <p:spPr>
          <a:xfrm rot="2700000">
            <a:off x="1435778" y="333084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52" name="直接连接符 151"/>
          <p:cNvSpPr>
            <a:spLocks noGrp="1"/>
          </p:cNvSpPr>
          <p:nvPr>
            <p:custDataLst>
              <p:tags r:id="rId152"/>
            </p:custDataLst>
          </p:nvPr>
        </p:nvSpPr>
        <p:spPr>
          <a:xfrm rot="8100000">
            <a:off x="1435778" y="333084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53" name="直接连接符 152"/>
          <p:cNvSpPr>
            <a:spLocks noGrp="1"/>
          </p:cNvSpPr>
          <p:nvPr>
            <p:custDataLst>
              <p:tags r:id="rId153"/>
            </p:custDataLst>
          </p:nvPr>
        </p:nvSpPr>
        <p:spPr>
          <a:xfrm rot="1608119">
            <a:off x="737959" y="3305792"/>
            <a:ext cx="763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54" name="椭圆 153"/>
          <p:cNvSpPr>
            <a:spLocks noGrp="1"/>
          </p:cNvSpPr>
          <p:nvPr>
            <p:custDataLst>
              <p:tags r:id="rId154"/>
            </p:custDataLst>
          </p:nvPr>
        </p:nvSpPr>
        <p:spPr>
          <a:xfrm>
            <a:off x="704079" y="3269780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55" name="直接连接符 154"/>
          <p:cNvSpPr>
            <a:spLocks noGrp="1"/>
          </p:cNvSpPr>
          <p:nvPr>
            <p:custDataLst>
              <p:tags r:id="rId155"/>
            </p:custDataLst>
          </p:nvPr>
        </p:nvSpPr>
        <p:spPr>
          <a:xfrm rot="2700000">
            <a:off x="721182" y="330751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56" name="直接连接符 155"/>
          <p:cNvSpPr>
            <a:spLocks noGrp="1"/>
          </p:cNvSpPr>
          <p:nvPr>
            <p:custDataLst>
              <p:tags r:id="rId156"/>
            </p:custDataLst>
          </p:nvPr>
        </p:nvSpPr>
        <p:spPr>
          <a:xfrm rot="8100000">
            <a:off x="721182" y="330751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57" name="直接连接符 156"/>
          <p:cNvSpPr>
            <a:spLocks noGrp="1"/>
          </p:cNvSpPr>
          <p:nvPr>
            <p:custDataLst>
              <p:tags r:id="rId157"/>
            </p:custDataLst>
          </p:nvPr>
        </p:nvSpPr>
        <p:spPr>
          <a:xfrm rot="8929370">
            <a:off x="1234933" y="3301226"/>
            <a:ext cx="661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58" name="椭圆 157"/>
          <p:cNvSpPr>
            <a:spLocks noGrp="1"/>
          </p:cNvSpPr>
          <p:nvPr>
            <p:custDataLst>
              <p:tags r:id="rId158"/>
            </p:custDataLst>
          </p:nvPr>
        </p:nvSpPr>
        <p:spPr>
          <a:xfrm>
            <a:off x="1206780" y="3265224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159" name="直接连接符 158"/>
          <p:cNvSpPr>
            <a:spLocks noGrp="1"/>
          </p:cNvSpPr>
          <p:nvPr>
            <p:custDataLst>
              <p:tags r:id="rId159"/>
            </p:custDataLst>
          </p:nvPr>
        </p:nvSpPr>
        <p:spPr>
          <a:xfrm rot="2700000">
            <a:off x="1211408" y="3302938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60" name="直接连接符 159"/>
          <p:cNvSpPr>
            <a:spLocks noGrp="1"/>
          </p:cNvSpPr>
          <p:nvPr>
            <p:custDataLst>
              <p:tags r:id="rId160"/>
            </p:custDataLst>
          </p:nvPr>
        </p:nvSpPr>
        <p:spPr>
          <a:xfrm rot="8100000">
            <a:off x="1211408" y="3302938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61" name="矩形 160"/>
          <p:cNvSpPr>
            <a:spLocks noGrp="1"/>
          </p:cNvSpPr>
          <p:nvPr>
            <p:custDataLst>
              <p:tags r:id="rId161"/>
            </p:custDataLst>
          </p:nvPr>
        </p:nvSpPr>
        <p:spPr>
          <a:xfrm>
            <a:off x="1885950" y="1000125"/>
            <a:ext cx="1457325" cy="2400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5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体型留出</a:t>
            </a:r>
            <a:endParaRPr sz="1305" b="1">
              <a:solidFill>
                <a:srgbClr val="087B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162" name="矩形 161"/>
          <p:cNvSpPr>
            <a:spLocks noGrp="1"/>
          </p:cNvSpPr>
          <p:nvPr>
            <p:custDataLst>
              <p:tags r:id="rId162"/>
            </p:custDataLst>
          </p:nvPr>
        </p:nvSpPr>
        <p:spPr>
          <a:xfrm>
            <a:off x="1885950" y="1251585"/>
            <a:ext cx="14859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示例：C06 × P2</a:t>
            </a:r>
            <a:endParaRPr sz="94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658" name="图片 657"/>
          <p:cNvPicPr>
            <a:picLocks noChangeAspect="1"/>
          </p:cNvPicPr>
          <p:nvPr>
            <p:custDataLst>
              <p:tags r:id="rId163"/>
            </p:custDataLst>
          </p:nvPr>
        </p:nvPicPr>
        <p:blipFill>
          <a:blip r:embed="rId164"/>
          <a:stretch>
            <a:fillRect/>
          </a:stretch>
        </p:blipFill>
        <p:spPr>
          <a:xfrm>
            <a:off x="2234565" y="1485900"/>
            <a:ext cx="662940" cy="1464635"/>
          </a:xfrm>
          <a:prstGeom prst="rect">
            <a:avLst/>
          </a:prstGeom>
        </p:spPr>
      </p:pic>
      <p:sp>
        <p:nvSpPr>
          <p:cNvPr id="164" name="直接连接符 163"/>
          <p:cNvSpPr>
            <a:spLocks noGrp="1"/>
          </p:cNvSpPr>
          <p:nvPr>
            <p:custDataLst>
              <p:tags r:id="rId165"/>
            </p:custDataLst>
          </p:nvPr>
        </p:nvSpPr>
        <p:spPr>
          <a:xfrm rot="-2566995">
            <a:off x="2564494" y="1758009"/>
            <a:ext cx="4980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65" name="椭圆 164"/>
          <p:cNvSpPr>
            <a:spLocks noGrp="1"/>
          </p:cNvSpPr>
          <p:nvPr>
            <p:custDataLst>
              <p:tags r:id="rId166"/>
            </p:custDataLst>
          </p:nvPr>
        </p:nvSpPr>
        <p:spPr>
          <a:xfrm>
            <a:off x="2548011" y="1742555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66" name="直接连接符 165"/>
          <p:cNvSpPr>
            <a:spLocks noGrp="1"/>
          </p:cNvSpPr>
          <p:nvPr>
            <p:custDataLst>
              <p:tags r:id="rId167"/>
            </p:custDataLst>
          </p:nvPr>
        </p:nvSpPr>
        <p:spPr>
          <a:xfrm rot="2700000">
            <a:off x="2556809" y="175631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67" name="直接连接符 166"/>
          <p:cNvSpPr>
            <a:spLocks noGrp="1"/>
          </p:cNvSpPr>
          <p:nvPr>
            <p:custDataLst>
              <p:tags r:id="rId168"/>
            </p:custDataLst>
          </p:nvPr>
        </p:nvSpPr>
        <p:spPr>
          <a:xfrm rot="8100000">
            <a:off x="2556809" y="175631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68" name="直接连接符 167"/>
          <p:cNvSpPr>
            <a:spLocks noGrp="1"/>
          </p:cNvSpPr>
          <p:nvPr>
            <p:custDataLst>
              <p:tags r:id="rId169"/>
            </p:custDataLst>
          </p:nvPr>
        </p:nvSpPr>
        <p:spPr>
          <a:xfrm rot="-7667056">
            <a:off x="2489590" y="1851317"/>
            <a:ext cx="346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69" name="椭圆 168"/>
          <p:cNvSpPr>
            <a:spLocks noGrp="1"/>
          </p:cNvSpPr>
          <p:nvPr>
            <p:custDataLst>
              <p:tags r:id="rId170"/>
            </p:custDataLst>
          </p:nvPr>
        </p:nvSpPr>
        <p:spPr>
          <a:xfrm>
            <a:off x="2475242" y="183554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70" name="直接连接符 169"/>
          <p:cNvSpPr>
            <a:spLocks noGrp="1"/>
          </p:cNvSpPr>
          <p:nvPr>
            <p:custDataLst>
              <p:tags r:id="rId171"/>
            </p:custDataLst>
          </p:nvPr>
        </p:nvSpPr>
        <p:spPr>
          <a:xfrm rot="2700000">
            <a:off x="2478260" y="184994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71" name="直接连接符 170"/>
          <p:cNvSpPr>
            <a:spLocks noGrp="1"/>
          </p:cNvSpPr>
          <p:nvPr>
            <p:custDataLst>
              <p:tags r:id="rId172"/>
            </p:custDataLst>
          </p:nvPr>
        </p:nvSpPr>
        <p:spPr>
          <a:xfrm rot="8100000">
            <a:off x="2478260" y="184994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72" name="直接连接符 171"/>
          <p:cNvSpPr>
            <a:spLocks noGrp="1"/>
          </p:cNvSpPr>
          <p:nvPr>
            <p:custDataLst>
              <p:tags r:id="rId173"/>
            </p:custDataLst>
          </p:nvPr>
        </p:nvSpPr>
        <p:spPr>
          <a:xfrm rot="1255848">
            <a:off x="2635959" y="1852465"/>
            <a:ext cx="497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73" name="椭圆 172"/>
          <p:cNvSpPr>
            <a:spLocks noGrp="1"/>
          </p:cNvSpPr>
          <p:nvPr>
            <p:custDataLst>
              <p:tags r:id="rId174"/>
            </p:custDataLst>
          </p:nvPr>
        </p:nvSpPr>
        <p:spPr>
          <a:xfrm>
            <a:off x="2618978" y="1834431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74" name="直接连接符 173"/>
          <p:cNvSpPr>
            <a:spLocks noGrp="1"/>
          </p:cNvSpPr>
          <p:nvPr>
            <p:custDataLst>
              <p:tags r:id="rId175"/>
            </p:custDataLst>
          </p:nvPr>
        </p:nvSpPr>
        <p:spPr>
          <a:xfrm rot="2700000">
            <a:off x="2628772" y="185335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75" name="直接连接符 174"/>
          <p:cNvSpPr>
            <a:spLocks noGrp="1"/>
          </p:cNvSpPr>
          <p:nvPr>
            <p:custDataLst>
              <p:tags r:id="rId176"/>
            </p:custDataLst>
          </p:nvPr>
        </p:nvSpPr>
        <p:spPr>
          <a:xfrm rot="8100000">
            <a:off x="2628772" y="185335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76" name="直接连接符 175"/>
          <p:cNvSpPr>
            <a:spLocks noGrp="1"/>
          </p:cNvSpPr>
          <p:nvPr>
            <p:custDataLst>
              <p:tags r:id="rId177"/>
            </p:custDataLst>
          </p:nvPr>
        </p:nvSpPr>
        <p:spPr>
          <a:xfrm rot="-5442897">
            <a:off x="2562625" y="1902744"/>
            <a:ext cx="170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77" name="椭圆 176"/>
          <p:cNvSpPr>
            <a:spLocks noGrp="1"/>
          </p:cNvSpPr>
          <p:nvPr>
            <p:custDataLst>
              <p:tags r:id="rId178"/>
            </p:custDataLst>
          </p:nvPr>
        </p:nvSpPr>
        <p:spPr>
          <a:xfrm>
            <a:off x="2546344" y="188645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78" name="直接连接符 177"/>
          <p:cNvSpPr>
            <a:spLocks noGrp="1"/>
          </p:cNvSpPr>
          <p:nvPr>
            <p:custDataLst>
              <p:tags r:id="rId179"/>
            </p:custDataLst>
          </p:nvPr>
        </p:nvSpPr>
        <p:spPr>
          <a:xfrm rot="2700000">
            <a:off x="2551466" y="190189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79" name="直接连接符 178"/>
          <p:cNvSpPr>
            <a:spLocks noGrp="1"/>
          </p:cNvSpPr>
          <p:nvPr>
            <p:custDataLst>
              <p:tags r:id="rId180"/>
            </p:custDataLst>
          </p:nvPr>
        </p:nvSpPr>
        <p:spPr>
          <a:xfrm rot="8100000">
            <a:off x="2551466" y="190189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80" name="直接连接符 179"/>
          <p:cNvSpPr>
            <a:spLocks noGrp="1"/>
          </p:cNvSpPr>
          <p:nvPr>
            <p:custDataLst>
              <p:tags r:id="rId181"/>
            </p:custDataLst>
          </p:nvPr>
        </p:nvSpPr>
        <p:spPr>
          <a:xfrm rot="-7097513">
            <a:off x="2487823" y="1901330"/>
            <a:ext cx="416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81" name="椭圆 180"/>
          <p:cNvSpPr>
            <a:spLocks noGrp="1"/>
          </p:cNvSpPr>
          <p:nvPr>
            <p:custDataLst>
              <p:tags r:id="rId182"/>
            </p:custDataLst>
          </p:nvPr>
        </p:nvSpPr>
        <p:spPr>
          <a:xfrm>
            <a:off x="2473746" y="188601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82" name="直接连接符 181"/>
          <p:cNvSpPr>
            <a:spLocks noGrp="1"/>
          </p:cNvSpPr>
          <p:nvPr>
            <p:custDataLst>
              <p:tags r:id="rId183"/>
            </p:custDataLst>
          </p:nvPr>
        </p:nvSpPr>
        <p:spPr>
          <a:xfrm rot="2700000">
            <a:off x="2476916" y="189949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83" name="直接连接符 182"/>
          <p:cNvSpPr>
            <a:spLocks noGrp="1"/>
          </p:cNvSpPr>
          <p:nvPr>
            <p:custDataLst>
              <p:tags r:id="rId184"/>
            </p:custDataLst>
          </p:nvPr>
        </p:nvSpPr>
        <p:spPr>
          <a:xfrm rot="8100000">
            <a:off x="2476916" y="189949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84" name="直接连接符 183"/>
          <p:cNvSpPr>
            <a:spLocks noGrp="1"/>
          </p:cNvSpPr>
          <p:nvPr>
            <p:custDataLst>
              <p:tags r:id="rId185"/>
            </p:custDataLst>
          </p:nvPr>
        </p:nvSpPr>
        <p:spPr>
          <a:xfrm rot="420838">
            <a:off x="2637266" y="1901632"/>
            <a:ext cx="484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85" name="椭圆 184"/>
          <p:cNvSpPr>
            <a:spLocks noGrp="1"/>
          </p:cNvSpPr>
          <p:nvPr>
            <p:custDataLst>
              <p:tags r:id="rId186"/>
            </p:custDataLst>
          </p:nvPr>
        </p:nvSpPr>
        <p:spPr>
          <a:xfrm>
            <a:off x="2620139" y="1884190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86" name="直接连接符 185"/>
          <p:cNvSpPr>
            <a:spLocks noGrp="1"/>
          </p:cNvSpPr>
          <p:nvPr>
            <p:custDataLst>
              <p:tags r:id="rId187"/>
            </p:custDataLst>
          </p:nvPr>
        </p:nvSpPr>
        <p:spPr>
          <a:xfrm rot="2700000">
            <a:off x="2630092" y="190192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87" name="直接连接符 186"/>
          <p:cNvSpPr>
            <a:spLocks noGrp="1"/>
          </p:cNvSpPr>
          <p:nvPr>
            <p:custDataLst>
              <p:tags r:id="rId188"/>
            </p:custDataLst>
          </p:nvPr>
        </p:nvSpPr>
        <p:spPr>
          <a:xfrm rot="8100000">
            <a:off x="2630092" y="190192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88" name="直接连接符 187"/>
          <p:cNvSpPr>
            <a:spLocks noGrp="1"/>
          </p:cNvSpPr>
          <p:nvPr>
            <p:custDataLst>
              <p:tags r:id="rId189"/>
            </p:custDataLst>
          </p:nvPr>
        </p:nvSpPr>
        <p:spPr>
          <a:xfrm rot="-4254573">
            <a:off x="2564377" y="1989657"/>
            <a:ext cx="216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89" name="椭圆 188"/>
          <p:cNvSpPr>
            <a:spLocks noGrp="1"/>
          </p:cNvSpPr>
          <p:nvPr>
            <p:custDataLst>
              <p:tags r:id="rId190"/>
            </p:custDataLst>
          </p:nvPr>
        </p:nvSpPr>
        <p:spPr>
          <a:xfrm>
            <a:off x="2547960" y="1973536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90" name="直接连接符 189"/>
          <p:cNvSpPr>
            <a:spLocks noGrp="1"/>
          </p:cNvSpPr>
          <p:nvPr>
            <p:custDataLst>
              <p:tags r:id="rId191"/>
            </p:custDataLst>
          </p:nvPr>
        </p:nvSpPr>
        <p:spPr>
          <a:xfrm rot="2700000">
            <a:off x="2553812" y="198863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91" name="直接连接符 190"/>
          <p:cNvSpPr>
            <a:spLocks noGrp="1"/>
          </p:cNvSpPr>
          <p:nvPr>
            <p:custDataLst>
              <p:tags r:id="rId192"/>
            </p:custDataLst>
          </p:nvPr>
        </p:nvSpPr>
        <p:spPr>
          <a:xfrm rot="8100000">
            <a:off x="2553812" y="198863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92" name="直接连接符 191"/>
          <p:cNvSpPr>
            <a:spLocks noGrp="1"/>
          </p:cNvSpPr>
          <p:nvPr>
            <p:custDataLst>
              <p:tags r:id="rId193"/>
            </p:custDataLst>
          </p:nvPr>
        </p:nvSpPr>
        <p:spPr>
          <a:xfrm rot="-8354247">
            <a:off x="2492545" y="1992977"/>
            <a:ext cx="1213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93" name="椭圆 192"/>
          <p:cNvSpPr>
            <a:spLocks noGrp="1"/>
          </p:cNvSpPr>
          <p:nvPr>
            <p:custDataLst>
              <p:tags r:id="rId194"/>
            </p:custDataLst>
          </p:nvPr>
        </p:nvSpPr>
        <p:spPr>
          <a:xfrm>
            <a:off x="2476466" y="197622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94" name="直接连接符 193"/>
          <p:cNvSpPr>
            <a:spLocks noGrp="1"/>
          </p:cNvSpPr>
          <p:nvPr>
            <p:custDataLst>
              <p:tags r:id="rId195"/>
            </p:custDataLst>
          </p:nvPr>
        </p:nvSpPr>
        <p:spPr>
          <a:xfrm rot="2700000">
            <a:off x="2480690" y="199258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95" name="直接连接符 194"/>
          <p:cNvSpPr>
            <a:spLocks noGrp="1"/>
          </p:cNvSpPr>
          <p:nvPr>
            <p:custDataLst>
              <p:tags r:id="rId196"/>
            </p:custDataLst>
          </p:nvPr>
        </p:nvSpPr>
        <p:spPr>
          <a:xfrm rot="8100000">
            <a:off x="2480690" y="199258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96" name="直接连接符 195"/>
          <p:cNvSpPr>
            <a:spLocks noGrp="1"/>
          </p:cNvSpPr>
          <p:nvPr>
            <p:custDataLst>
              <p:tags r:id="rId197"/>
            </p:custDataLst>
          </p:nvPr>
        </p:nvSpPr>
        <p:spPr>
          <a:xfrm rot="2273814">
            <a:off x="2636852" y="1989974"/>
            <a:ext cx="376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197" name="椭圆 196"/>
          <p:cNvSpPr>
            <a:spLocks noGrp="1"/>
          </p:cNvSpPr>
          <p:nvPr>
            <p:custDataLst>
              <p:tags r:id="rId198"/>
            </p:custDataLst>
          </p:nvPr>
        </p:nvSpPr>
        <p:spPr>
          <a:xfrm>
            <a:off x="2620104" y="1971674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198" name="直接连接符 197"/>
          <p:cNvSpPr>
            <a:spLocks noGrp="1"/>
          </p:cNvSpPr>
          <p:nvPr>
            <p:custDataLst>
              <p:tags r:id="rId199"/>
            </p:custDataLst>
          </p:nvPr>
        </p:nvSpPr>
        <p:spPr>
          <a:xfrm rot="2700000">
            <a:off x="2628215" y="199112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199" name="直接连接符 198"/>
          <p:cNvSpPr>
            <a:spLocks noGrp="1"/>
          </p:cNvSpPr>
          <p:nvPr>
            <p:custDataLst>
              <p:tags r:id="rId200"/>
            </p:custDataLst>
          </p:nvPr>
        </p:nvSpPr>
        <p:spPr>
          <a:xfrm rot="8100000">
            <a:off x="2628215" y="199112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00" name="直接连接符 199"/>
          <p:cNvSpPr>
            <a:spLocks noGrp="1"/>
          </p:cNvSpPr>
          <p:nvPr>
            <p:custDataLst>
              <p:tags r:id="rId201"/>
            </p:custDataLst>
          </p:nvPr>
        </p:nvSpPr>
        <p:spPr>
          <a:xfrm rot="10459124">
            <a:off x="2562983" y="2067793"/>
            <a:ext cx="255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01" name="椭圆 200"/>
          <p:cNvSpPr>
            <a:spLocks noGrp="1"/>
          </p:cNvSpPr>
          <p:nvPr>
            <p:custDataLst>
              <p:tags r:id="rId202"/>
            </p:custDataLst>
          </p:nvPr>
        </p:nvSpPr>
        <p:spPr>
          <a:xfrm>
            <a:off x="2548384" y="2050522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02" name="直接连接符 201"/>
          <p:cNvSpPr>
            <a:spLocks noGrp="1"/>
          </p:cNvSpPr>
          <p:nvPr>
            <p:custDataLst>
              <p:tags r:id="rId203"/>
            </p:custDataLst>
          </p:nvPr>
        </p:nvSpPr>
        <p:spPr>
          <a:xfrm rot="2700000">
            <a:off x="2550988" y="206792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03" name="直接连接符 202"/>
          <p:cNvSpPr>
            <a:spLocks noGrp="1"/>
          </p:cNvSpPr>
          <p:nvPr>
            <p:custDataLst>
              <p:tags r:id="rId204"/>
            </p:custDataLst>
          </p:nvPr>
        </p:nvSpPr>
        <p:spPr>
          <a:xfrm rot="8100000">
            <a:off x="2550988" y="206792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04" name="直接连接符 203"/>
          <p:cNvSpPr>
            <a:spLocks noGrp="1"/>
          </p:cNvSpPr>
          <p:nvPr>
            <p:custDataLst>
              <p:tags r:id="rId205"/>
            </p:custDataLst>
          </p:nvPr>
        </p:nvSpPr>
        <p:spPr>
          <a:xfrm rot="-5313083">
            <a:off x="2487607" y="2068653"/>
            <a:ext cx="240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05" name="椭圆 204"/>
          <p:cNvSpPr>
            <a:spLocks noGrp="1"/>
          </p:cNvSpPr>
          <p:nvPr>
            <p:custDataLst>
              <p:tags r:id="rId206"/>
            </p:custDataLst>
          </p:nvPr>
        </p:nvSpPr>
        <p:spPr>
          <a:xfrm>
            <a:off x="2471636" y="2052712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06" name="直接连接符 205"/>
          <p:cNvSpPr>
            <a:spLocks noGrp="1"/>
          </p:cNvSpPr>
          <p:nvPr>
            <p:custDataLst>
              <p:tags r:id="rId207"/>
            </p:custDataLst>
          </p:nvPr>
        </p:nvSpPr>
        <p:spPr>
          <a:xfrm rot="2700000">
            <a:off x="2476841" y="206744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07" name="直接连接符 206"/>
          <p:cNvSpPr>
            <a:spLocks noGrp="1"/>
          </p:cNvSpPr>
          <p:nvPr>
            <p:custDataLst>
              <p:tags r:id="rId208"/>
            </p:custDataLst>
          </p:nvPr>
        </p:nvSpPr>
        <p:spPr>
          <a:xfrm rot="8100000">
            <a:off x="2476841" y="206744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08" name="直接连接符 207"/>
          <p:cNvSpPr>
            <a:spLocks noGrp="1"/>
          </p:cNvSpPr>
          <p:nvPr>
            <p:custDataLst>
              <p:tags r:id="rId209"/>
            </p:custDataLst>
          </p:nvPr>
        </p:nvSpPr>
        <p:spPr>
          <a:xfrm rot="3190321">
            <a:off x="2641646" y="2067011"/>
            <a:ext cx="181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09" name="椭圆 208"/>
          <p:cNvSpPr>
            <a:spLocks noGrp="1"/>
          </p:cNvSpPr>
          <p:nvPr>
            <p:custDataLst>
              <p:tags r:id="rId210"/>
            </p:custDataLst>
          </p:nvPr>
        </p:nvSpPr>
        <p:spPr>
          <a:xfrm>
            <a:off x="2624864" y="2049140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10" name="直接连接符 209"/>
          <p:cNvSpPr>
            <a:spLocks noGrp="1"/>
          </p:cNvSpPr>
          <p:nvPr>
            <p:custDataLst>
              <p:tags r:id="rId211"/>
            </p:custDataLst>
          </p:nvPr>
        </p:nvSpPr>
        <p:spPr>
          <a:xfrm rot="2700000">
            <a:off x="2631095" y="206773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11" name="直接连接符 210"/>
          <p:cNvSpPr>
            <a:spLocks noGrp="1"/>
          </p:cNvSpPr>
          <p:nvPr>
            <p:custDataLst>
              <p:tags r:id="rId212"/>
            </p:custDataLst>
          </p:nvPr>
        </p:nvSpPr>
        <p:spPr>
          <a:xfrm rot="8100000">
            <a:off x="2631095" y="206773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12" name="直接连接符 211"/>
          <p:cNvSpPr>
            <a:spLocks noGrp="1"/>
          </p:cNvSpPr>
          <p:nvPr>
            <p:custDataLst>
              <p:tags r:id="rId213"/>
            </p:custDataLst>
          </p:nvPr>
        </p:nvSpPr>
        <p:spPr>
          <a:xfrm rot="-6432349">
            <a:off x="2487458" y="2128662"/>
            <a:ext cx="94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13" name="椭圆 212"/>
          <p:cNvSpPr>
            <a:spLocks noGrp="1"/>
          </p:cNvSpPr>
          <p:nvPr>
            <p:custDataLst>
              <p:tags r:id="rId214"/>
            </p:custDataLst>
          </p:nvPr>
        </p:nvSpPr>
        <p:spPr>
          <a:xfrm>
            <a:off x="2470927" y="211196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14" name="直接连接符 213"/>
          <p:cNvSpPr>
            <a:spLocks noGrp="1"/>
          </p:cNvSpPr>
          <p:nvPr>
            <p:custDataLst>
              <p:tags r:id="rId215"/>
            </p:custDataLst>
          </p:nvPr>
        </p:nvSpPr>
        <p:spPr>
          <a:xfrm rot="2700000">
            <a:off x="2475790" y="212821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15" name="直接连接符 214"/>
          <p:cNvSpPr>
            <a:spLocks noGrp="1"/>
          </p:cNvSpPr>
          <p:nvPr>
            <p:custDataLst>
              <p:tags r:id="rId216"/>
            </p:custDataLst>
          </p:nvPr>
        </p:nvSpPr>
        <p:spPr>
          <a:xfrm rot="8100000">
            <a:off x="2475790" y="212821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16" name="直接连接符 215"/>
          <p:cNvSpPr>
            <a:spLocks noGrp="1"/>
          </p:cNvSpPr>
          <p:nvPr>
            <p:custDataLst>
              <p:tags r:id="rId217"/>
            </p:custDataLst>
          </p:nvPr>
        </p:nvSpPr>
        <p:spPr>
          <a:xfrm rot="5643855">
            <a:off x="2641468" y="2128314"/>
            <a:ext cx="3430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17" name="椭圆 216"/>
          <p:cNvSpPr>
            <a:spLocks noGrp="1"/>
          </p:cNvSpPr>
          <p:nvPr>
            <p:custDataLst>
              <p:tags r:id="rId218"/>
            </p:custDataLst>
          </p:nvPr>
        </p:nvSpPr>
        <p:spPr>
          <a:xfrm>
            <a:off x="2626159" y="210945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18" name="直接连接符 217"/>
          <p:cNvSpPr>
            <a:spLocks noGrp="1"/>
          </p:cNvSpPr>
          <p:nvPr>
            <p:custDataLst>
              <p:tags r:id="rId219"/>
            </p:custDataLst>
          </p:nvPr>
        </p:nvSpPr>
        <p:spPr>
          <a:xfrm rot="2700000">
            <a:off x="2631059" y="213002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19" name="直接连接符 218"/>
          <p:cNvSpPr>
            <a:spLocks noGrp="1"/>
          </p:cNvSpPr>
          <p:nvPr>
            <p:custDataLst>
              <p:tags r:id="rId220"/>
            </p:custDataLst>
          </p:nvPr>
        </p:nvSpPr>
        <p:spPr>
          <a:xfrm rot="8100000">
            <a:off x="2631059" y="213002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20" name="直接连接符 219"/>
          <p:cNvSpPr>
            <a:spLocks noGrp="1"/>
          </p:cNvSpPr>
          <p:nvPr>
            <p:custDataLst>
              <p:tags r:id="rId221"/>
            </p:custDataLst>
          </p:nvPr>
        </p:nvSpPr>
        <p:spPr>
          <a:xfrm rot="3731775">
            <a:off x="2487681" y="2196013"/>
            <a:ext cx="105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21" name="椭圆 220"/>
          <p:cNvSpPr>
            <a:spLocks noGrp="1"/>
          </p:cNvSpPr>
          <p:nvPr>
            <p:custDataLst>
              <p:tags r:id="rId222"/>
            </p:custDataLst>
          </p:nvPr>
        </p:nvSpPr>
        <p:spPr>
          <a:xfrm>
            <a:off x="2470819" y="2178400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22" name="直接连接符 221"/>
          <p:cNvSpPr>
            <a:spLocks noGrp="1"/>
          </p:cNvSpPr>
          <p:nvPr>
            <p:custDataLst>
              <p:tags r:id="rId223"/>
            </p:custDataLst>
          </p:nvPr>
        </p:nvSpPr>
        <p:spPr>
          <a:xfrm rot="2700000">
            <a:off x="2476456" y="219648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23" name="直接连接符 222"/>
          <p:cNvSpPr>
            <a:spLocks noGrp="1"/>
          </p:cNvSpPr>
          <p:nvPr>
            <p:custDataLst>
              <p:tags r:id="rId224"/>
            </p:custDataLst>
          </p:nvPr>
        </p:nvSpPr>
        <p:spPr>
          <a:xfrm rot="8100000">
            <a:off x="2476456" y="219648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24" name="直接连接符 223"/>
          <p:cNvSpPr>
            <a:spLocks noGrp="1"/>
          </p:cNvSpPr>
          <p:nvPr>
            <p:custDataLst>
              <p:tags r:id="rId225"/>
            </p:custDataLst>
          </p:nvPr>
        </p:nvSpPr>
        <p:spPr>
          <a:xfrm rot="5441932">
            <a:off x="2642229" y="2196014"/>
            <a:ext cx="560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25" name="椭圆 224"/>
          <p:cNvSpPr>
            <a:spLocks noGrp="1"/>
          </p:cNvSpPr>
          <p:nvPr>
            <p:custDataLst>
              <p:tags r:id="rId226"/>
            </p:custDataLst>
          </p:nvPr>
        </p:nvSpPr>
        <p:spPr>
          <a:xfrm>
            <a:off x="2627921" y="2176066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26" name="直接连接符 225"/>
          <p:cNvSpPr>
            <a:spLocks noGrp="1"/>
          </p:cNvSpPr>
          <p:nvPr>
            <p:custDataLst>
              <p:tags r:id="rId227"/>
            </p:custDataLst>
          </p:nvPr>
        </p:nvSpPr>
        <p:spPr>
          <a:xfrm rot="2700000">
            <a:off x="2632997" y="219881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27" name="直接连接符 226"/>
          <p:cNvSpPr>
            <a:spLocks noGrp="1"/>
          </p:cNvSpPr>
          <p:nvPr>
            <p:custDataLst>
              <p:tags r:id="rId228"/>
            </p:custDataLst>
          </p:nvPr>
        </p:nvSpPr>
        <p:spPr>
          <a:xfrm rot="8100000">
            <a:off x="2632997" y="219881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28" name="直接连接符 227"/>
          <p:cNvSpPr>
            <a:spLocks noGrp="1"/>
          </p:cNvSpPr>
          <p:nvPr>
            <p:custDataLst>
              <p:tags r:id="rId229"/>
            </p:custDataLst>
          </p:nvPr>
        </p:nvSpPr>
        <p:spPr>
          <a:xfrm rot="963699">
            <a:off x="2433653" y="1768629"/>
            <a:ext cx="189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29" name="椭圆 228"/>
          <p:cNvSpPr>
            <a:spLocks noGrp="1"/>
          </p:cNvSpPr>
          <p:nvPr>
            <p:custDataLst>
              <p:tags r:id="rId230"/>
            </p:custDataLst>
          </p:nvPr>
        </p:nvSpPr>
        <p:spPr>
          <a:xfrm>
            <a:off x="2416545" y="1751222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30" name="直接连接符 229"/>
          <p:cNvSpPr>
            <a:spLocks noGrp="1"/>
          </p:cNvSpPr>
          <p:nvPr>
            <p:custDataLst>
              <p:tags r:id="rId231"/>
            </p:custDataLst>
          </p:nvPr>
        </p:nvSpPr>
        <p:spPr>
          <a:xfrm rot="2700000">
            <a:off x="2423509" y="176889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31" name="直接连接符 230"/>
          <p:cNvSpPr>
            <a:spLocks noGrp="1"/>
          </p:cNvSpPr>
          <p:nvPr>
            <p:custDataLst>
              <p:tags r:id="rId232"/>
            </p:custDataLst>
          </p:nvPr>
        </p:nvSpPr>
        <p:spPr>
          <a:xfrm rot="8100000">
            <a:off x="2423509" y="176889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32" name="直接连接符 231"/>
          <p:cNvSpPr>
            <a:spLocks noGrp="1"/>
          </p:cNvSpPr>
          <p:nvPr>
            <p:custDataLst>
              <p:tags r:id="rId233"/>
            </p:custDataLst>
          </p:nvPr>
        </p:nvSpPr>
        <p:spPr>
          <a:xfrm rot="1647397">
            <a:off x="2701133" y="1770065"/>
            <a:ext cx="864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33" name="椭圆 232"/>
          <p:cNvSpPr>
            <a:spLocks noGrp="1"/>
          </p:cNvSpPr>
          <p:nvPr>
            <p:custDataLst>
              <p:tags r:id="rId234"/>
            </p:custDataLst>
          </p:nvPr>
        </p:nvSpPr>
        <p:spPr>
          <a:xfrm>
            <a:off x="2684476" y="175092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34" name="直接连接符 233"/>
          <p:cNvSpPr>
            <a:spLocks noGrp="1"/>
          </p:cNvSpPr>
          <p:nvPr>
            <p:custDataLst>
              <p:tags r:id="rId235"/>
            </p:custDataLst>
          </p:nvPr>
        </p:nvSpPr>
        <p:spPr>
          <a:xfrm rot="2700000">
            <a:off x="2697290" y="177205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35" name="直接连接符 234"/>
          <p:cNvSpPr>
            <a:spLocks noGrp="1"/>
          </p:cNvSpPr>
          <p:nvPr>
            <p:custDataLst>
              <p:tags r:id="rId236"/>
            </p:custDataLst>
          </p:nvPr>
        </p:nvSpPr>
        <p:spPr>
          <a:xfrm rot="8100000">
            <a:off x="2697290" y="177205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36" name="直接连接符 235"/>
          <p:cNvSpPr>
            <a:spLocks noGrp="1"/>
          </p:cNvSpPr>
          <p:nvPr>
            <p:custDataLst>
              <p:tags r:id="rId237"/>
            </p:custDataLst>
          </p:nvPr>
        </p:nvSpPr>
        <p:spPr>
          <a:xfrm rot="-2549854">
            <a:off x="2495569" y="1757311"/>
            <a:ext cx="352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37" name="椭圆 236"/>
          <p:cNvSpPr>
            <a:spLocks noGrp="1"/>
          </p:cNvSpPr>
          <p:nvPr>
            <p:custDataLst>
              <p:tags r:id="rId238"/>
            </p:custDataLst>
          </p:nvPr>
        </p:nvSpPr>
        <p:spPr>
          <a:xfrm>
            <a:off x="2478887" y="174135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38" name="直接连接符 237"/>
          <p:cNvSpPr>
            <a:spLocks noGrp="1"/>
          </p:cNvSpPr>
          <p:nvPr>
            <p:custDataLst>
              <p:tags r:id="rId239"/>
            </p:custDataLst>
          </p:nvPr>
        </p:nvSpPr>
        <p:spPr>
          <a:xfrm rot="2700000">
            <a:off x="2486633" y="175611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39" name="直接连接符 238"/>
          <p:cNvSpPr>
            <a:spLocks noGrp="1"/>
          </p:cNvSpPr>
          <p:nvPr>
            <p:custDataLst>
              <p:tags r:id="rId240"/>
            </p:custDataLst>
          </p:nvPr>
        </p:nvSpPr>
        <p:spPr>
          <a:xfrm rot="8100000">
            <a:off x="2486633" y="175611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40" name="直接连接符 239"/>
          <p:cNvSpPr>
            <a:spLocks noGrp="1"/>
          </p:cNvSpPr>
          <p:nvPr>
            <p:custDataLst>
              <p:tags r:id="rId241"/>
            </p:custDataLst>
          </p:nvPr>
        </p:nvSpPr>
        <p:spPr>
          <a:xfrm rot="-491949">
            <a:off x="2638959" y="1756456"/>
            <a:ext cx="668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41" name="椭圆 240"/>
          <p:cNvSpPr>
            <a:spLocks noGrp="1"/>
          </p:cNvSpPr>
          <p:nvPr>
            <p:custDataLst>
              <p:tags r:id="rId242"/>
            </p:custDataLst>
          </p:nvPr>
        </p:nvSpPr>
        <p:spPr>
          <a:xfrm>
            <a:off x="2621848" y="173978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242" name="直接连接符 241"/>
          <p:cNvSpPr>
            <a:spLocks noGrp="1"/>
          </p:cNvSpPr>
          <p:nvPr>
            <p:custDataLst>
              <p:tags r:id="rId243"/>
            </p:custDataLst>
          </p:nvPr>
        </p:nvSpPr>
        <p:spPr>
          <a:xfrm rot="2700000">
            <a:off x="2633605" y="175598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43" name="直接连接符 242"/>
          <p:cNvSpPr>
            <a:spLocks noGrp="1"/>
          </p:cNvSpPr>
          <p:nvPr>
            <p:custDataLst>
              <p:tags r:id="rId244"/>
            </p:custDataLst>
          </p:nvPr>
        </p:nvSpPr>
        <p:spPr>
          <a:xfrm rot="8100000">
            <a:off x="2633605" y="175598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44" name="矩形 243"/>
          <p:cNvSpPr>
            <a:spLocks noGrp="1"/>
          </p:cNvSpPr>
          <p:nvPr>
            <p:custDataLst>
              <p:tags r:id="rId245"/>
            </p:custDataLst>
          </p:nvPr>
        </p:nvSpPr>
        <p:spPr>
          <a:xfrm>
            <a:off x="2365611" y="1732576"/>
            <a:ext cx="400847" cy="431682"/>
          </a:xfrm>
          <a:prstGeom prst="rect">
            <a:avLst/>
          </a:prstGeom>
          <a:noFill/>
          <a:ln w="15240">
            <a:solidFill>
              <a:srgbClr val="087B7C"/>
            </a:solidFill>
          </a:ln>
        </p:spPr>
      </p:sp>
      <p:sp>
        <p:nvSpPr>
          <p:cNvPr id="245" name="矩形 244"/>
          <p:cNvSpPr>
            <a:spLocks noGrp="1"/>
          </p:cNvSpPr>
          <p:nvPr>
            <p:custDataLst>
              <p:tags r:id="rId246"/>
            </p:custDataLst>
          </p:nvPr>
        </p:nvSpPr>
        <p:spPr>
          <a:xfrm>
            <a:off x="1885950" y="3000375"/>
            <a:ext cx="1428750" cy="19431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背部局部放大</a:t>
            </a:r>
            <a:endParaRPr sz="94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741" name="图片 740"/>
          <p:cNvPicPr>
            <a:picLocks noChangeAspect="1"/>
          </p:cNvPicPr>
          <p:nvPr>
            <p:custDataLst>
              <p:tags r:id="rId247"/>
            </p:custDataLst>
          </p:nvPr>
        </p:nvPicPr>
        <p:blipFill>
          <a:blip r:embed="rId248"/>
          <a:stretch>
            <a:fillRect/>
          </a:stretch>
        </p:blipFill>
        <p:spPr>
          <a:xfrm>
            <a:off x="1885950" y="3211830"/>
            <a:ext cx="1400175" cy="1507881"/>
          </a:xfrm>
          <a:prstGeom prst="rect">
            <a:avLst/>
          </a:prstGeom>
        </p:spPr>
      </p:pic>
      <p:sp>
        <p:nvSpPr>
          <p:cNvPr id="247" name="直接连接符 246"/>
          <p:cNvSpPr>
            <a:spLocks noGrp="1"/>
          </p:cNvSpPr>
          <p:nvPr>
            <p:custDataLst>
              <p:tags r:id="rId249"/>
            </p:custDataLst>
          </p:nvPr>
        </p:nvSpPr>
        <p:spPr>
          <a:xfrm rot="-2566995">
            <a:off x="2580652" y="3300670"/>
            <a:ext cx="1739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48" name="椭圆 247"/>
          <p:cNvSpPr>
            <a:spLocks noGrp="1"/>
          </p:cNvSpPr>
          <p:nvPr>
            <p:custDataLst>
              <p:tags r:id="rId250"/>
            </p:custDataLst>
          </p:nvPr>
        </p:nvSpPr>
        <p:spPr>
          <a:xfrm>
            <a:off x="2548676" y="327228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49" name="直接连接符 248"/>
          <p:cNvSpPr>
            <a:spLocks noGrp="1"/>
          </p:cNvSpPr>
          <p:nvPr>
            <p:custDataLst>
              <p:tags r:id="rId251"/>
            </p:custDataLst>
          </p:nvPr>
        </p:nvSpPr>
        <p:spPr>
          <a:xfrm rot="2700000">
            <a:off x="2571731" y="329476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0" name="直接连接符 249"/>
          <p:cNvSpPr>
            <a:spLocks noGrp="1"/>
          </p:cNvSpPr>
          <p:nvPr>
            <p:custDataLst>
              <p:tags r:id="rId252"/>
            </p:custDataLst>
          </p:nvPr>
        </p:nvSpPr>
        <p:spPr>
          <a:xfrm rot="8100000">
            <a:off x="2571731" y="329476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1" name="直接连接符 250"/>
          <p:cNvSpPr>
            <a:spLocks noGrp="1"/>
          </p:cNvSpPr>
          <p:nvPr>
            <p:custDataLst>
              <p:tags r:id="rId253"/>
            </p:custDataLst>
          </p:nvPr>
        </p:nvSpPr>
        <p:spPr>
          <a:xfrm rot="-7667056">
            <a:off x="2319013" y="3626599"/>
            <a:ext cx="1211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52" name="椭圆 251"/>
          <p:cNvSpPr>
            <a:spLocks noGrp="1"/>
          </p:cNvSpPr>
          <p:nvPr>
            <p:custDataLst>
              <p:tags r:id="rId254"/>
            </p:custDataLst>
          </p:nvPr>
        </p:nvSpPr>
        <p:spPr>
          <a:xfrm>
            <a:off x="2294491" y="359709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53" name="直接连接符 252"/>
          <p:cNvSpPr>
            <a:spLocks noGrp="1"/>
          </p:cNvSpPr>
          <p:nvPr>
            <p:custDataLst>
              <p:tags r:id="rId255"/>
            </p:custDataLst>
          </p:nvPr>
        </p:nvSpPr>
        <p:spPr>
          <a:xfrm rot="2700000">
            <a:off x="2297356" y="362181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4" name="直接连接符 253"/>
          <p:cNvSpPr>
            <a:spLocks noGrp="1"/>
          </p:cNvSpPr>
          <p:nvPr>
            <p:custDataLst>
              <p:tags r:id="rId256"/>
            </p:custDataLst>
          </p:nvPr>
        </p:nvSpPr>
        <p:spPr>
          <a:xfrm rot="8100000">
            <a:off x="2297356" y="362181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5" name="直接连接符 254"/>
          <p:cNvSpPr>
            <a:spLocks noGrp="1"/>
          </p:cNvSpPr>
          <p:nvPr>
            <p:custDataLst>
              <p:tags r:id="rId257"/>
            </p:custDataLst>
          </p:nvPr>
        </p:nvSpPr>
        <p:spPr>
          <a:xfrm rot="1255848">
            <a:off x="2830285" y="3630610"/>
            <a:ext cx="1738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56" name="椭圆 255"/>
          <p:cNvSpPr>
            <a:spLocks noGrp="1"/>
          </p:cNvSpPr>
          <p:nvPr>
            <p:custDataLst>
              <p:tags r:id="rId258"/>
            </p:custDataLst>
          </p:nvPr>
        </p:nvSpPr>
        <p:spPr>
          <a:xfrm>
            <a:off x="2796569" y="3593213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57" name="直接连接符 256"/>
          <p:cNvSpPr>
            <a:spLocks noGrp="1"/>
          </p:cNvSpPr>
          <p:nvPr>
            <p:custDataLst>
              <p:tags r:id="rId259"/>
            </p:custDataLst>
          </p:nvPr>
        </p:nvSpPr>
        <p:spPr>
          <a:xfrm rot="2700000">
            <a:off x="2823097" y="363371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8" name="直接连接符 257"/>
          <p:cNvSpPr>
            <a:spLocks noGrp="1"/>
          </p:cNvSpPr>
          <p:nvPr>
            <p:custDataLst>
              <p:tags r:id="rId260"/>
            </p:custDataLst>
          </p:nvPr>
        </p:nvSpPr>
        <p:spPr>
          <a:xfrm rot="8100000">
            <a:off x="2823097" y="363371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59" name="直接连接符 258"/>
          <p:cNvSpPr>
            <a:spLocks noGrp="1"/>
          </p:cNvSpPr>
          <p:nvPr>
            <p:custDataLst>
              <p:tags r:id="rId261"/>
            </p:custDataLst>
          </p:nvPr>
        </p:nvSpPr>
        <p:spPr>
          <a:xfrm rot="-5442897">
            <a:off x="2574124" y="3806236"/>
            <a:ext cx="596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60" name="椭圆 259"/>
          <p:cNvSpPr>
            <a:spLocks noGrp="1"/>
          </p:cNvSpPr>
          <p:nvPr>
            <p:custDataLst>
              <p:tags r:id="rId262"/>
            </p:custDataLst>
          </p:nvPr>
        </p:nvSpPr>
        <p:spPr>
          <a:xfrm>
            <a:off x="2542856" y="3774930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61" name="直接连接符 260"/>
          <p:cNvSpPr>
            <a:spLocks noGrp="1"/>
          </p:cNvSpPr>
          <p:nvPr>
            <p:custDataLst>
              <p:tags r:id="rId263"/>
            </p:custDataLst>
          </p:nvPr>
        </p:nvSpPr>
        <p:spPr>
          <a:xfrm rot="2700000">
            <a:off x="2553068" y="380325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62" name="直接连接符 261"/>
          <p:cNvSpPr>
            <a:spLocks noGrp="1"/>
          </p:cNvSpPr>
          <p:nvPr>
            <p:custDataLst>
              <p:tags r:id="rId264"/>
            </p:custDataLst>
          </p:nvPr>
        </p:nvSpPr>
        <p:spPr>
          <a:xfrm rot="8100000">
            <a:off x="2553068" y="380325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63" name="直接连接符 262"/>
          <p:cNvSpPr>
            <a:spLocks noGrp="1"/>
          </p:cNvSpPr>
          <p:nvPr>
            <p:custDataLst>
              <p:tags r:id="rId265"/>
            </p:custDataLst>
          </p:nvPr>
        </p:nvSpPr>
        <p:spPr>
          <a:xfrm rot="-7097513">
            <a:off x="2312839" y="3801295"/>
            <a:ext cx="1454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64" name="椭圆 263"/>
          <p:cNvSpPr>
            <a:spLocks noGrp="1"/>
          </p:cNvSpPr>
          <p:nvPr>
            <p:custDataLst>
              <p:tags r:id="rId266"/>
            </p:custDataLst>
          </p:nvPr>
        </p:nvSpPr>
        <p:spPr>
          <a:xfrm>
            <a:off x="2289268" y="377340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65" name="直接连接符 264"/>
          <p:cNvSpPr>
            <a:spLocks noGrp="1"/>
          </p:cNvSpPr>
          <p:nvPr>
            <p:custDataLst>
              <p:tags r:id="rId267"/>
            </p:custDataLst>
          </p:nvPr>
        </p:nvSpPr>
        <p:spPr>
          <a:xfrm rot="2700000">
            <a:off x="2292661" y="379489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66" name="直接连接符 265"/>
          <p:cNvSpPr>
            <a:spLocks noGrp="1"/>
          </p:cNvSpPr>
          <p:nvPr>
            <p:custDataLst>
              <p:tags r:id="rId268"/>
            </p:custDataLst>
          </p:nvPr>
        </p:nvSpPr>
        <p:spPr>
          <a:xfrm rot="8100000">
            <a:off x="2292661" y="379489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67" name="直接连接符 266"/>
          <p:cNvSpPr>
            <a:spLocks noGrp="1"/>
          </p:cNvSpPr>
          <p:nvPr>
            <p:custDataLst>
              <p:tags r:id="rId269"/>
            </p:custDataLst>
          </p:nvPr>
        </p:nvSpPr>
        <p:spPr>
          <a:xfrm rot="420838">
            <a:off x="2834851" y="3802349"/>
            <a:ext cx="1692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68" name="椭圆 267"/>
          <p:cNvSpPr>
            <a:spLocks noGrp="1"/>
          </p:cNvSpPr>
          <p:nvPr>
            <p:custDataLst>
              <p:tags r:id="rId270"/>
            </p:custDataLst>
          </p:nvPr>
        </p:nvSpPr>
        <p:spPr>
          <a:xfrm>
            <a:off x="2800625" y="3767026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69" name="直接连接符 268"/>
          <p:cNvSpPr>
            <a:spLocks noGrp="1"/>
          </p:cNvSpPr>
          <p:nvPr>
            <p:custDataLst>
              <p:tags r:id="rId271"/>
            </p:custDataLst>
          </p:nvPr>
        </p:nvSpPr>
        <p:spPr>
          <a:xfrm rot="2700000">
            <a:off x="2827709" y="380338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70" name="直接连接符 269"/>
          <p:cNvSpPr>
            <a:spLocks noGrp="1"/>
          </p:cNvSpPr>
          <p:nvPr>
            <p:custDataLst>
              <p:tags r:id="rId272"/>
            </p:custDataLst>
          </p:nvPr>
        </p:nvSpPr>
        <p:spPr>
          <a:xfrm rot="8100000">
            <a:off x="2827709" y="380338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71" name="直接连接符 270"/>
          <p:cNvSpPr>
            <a:spLocks noGrp="1"/>
          </p:cNvSpPr>
          <p:nvPr>
            <p:custDataLst>
              <p:tags r:id="rId273"/>
            </p:custDataLst>
          </p:nvPr>
        </p:nvSpPr>
        <p:spPr>
          <a:xfrm rot="-4254573">
            <a:off x="2580244" y="4109825"/>
            <a:ext cx="756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72" name="椭圆 271"/>
          <p:cNvSpPr>
            <a:spLocks noGrp="1"/>
          </p:cNvSpPr>
          <p:nvPr>
            <p:custDataLst>
              <p:tags r:id="rId274"/>
            </p:custDataLst>
          </p:nvPr>
        </p:nvSpPr>
        <p:spPr>
          <a:xfrm>
            <a:off x="2548499" y="4079110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73" name="直接连接符 272"/>
          <p:cNvSpPr>
            <a:spLocks noGrp="1"/>
          </p:cNvSpPr>
          <p:nvPr>
            <p:custDataLst>
              <p:tags r:id="rId275"/>
            </p:custDataLst>
          </p:nvPr>
        </p:nvSpPr>
        <p:spPr>
          <a:xfrm rot="2700000">
            <a:off x="2561261" y="410625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74" name="直接连接符 273"/>
          <p:cNvSpPr>
            <a:spLocks noGrp="1"/>
          </p:cNvSpPr>
          <p:nvPr>
            <p:custDataLst>
              <p:tags r:id="rId276"/>
            </p:custDataLst>
          </p:nvPr>
        </p:nvSpPr>
        <p:spPr>
          <a:xfrm rot="8100000">
            <a:off x="2561261" y="410625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75" name="直接连接符 274"/>
          <p:cNvSpPr>
            <a:spLocks noGrp="1"/>
          </p:cNvSpPr>
          <p:nvPr>
            <p:custDataLst>
              <p:tags r:id="rId277"/>
            </p:custDataLst>
          </p:nvPr>
        </p:nvSpPr>
        <p:spPr>
          <a:xfrm rot="-8354247">
            <a:off x="2329334" y="4121422"/>
            <a:ext cx="423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76" name="椭圆 275"/>
          <p:cNvSpPr>
            <a:spLocks noGrp="1"/>
          </p:cNvSpPr>
          <p:nvPr>
            <p:custDataLst>
              <p:tags r:id="rId278"/>
            </p:custDataLst>
          </p:nvPr>
        </p:nvSpPr>
        <p:spPr>
          <a:xfrm>
            <a:off x="2298766" y="4088515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77" name="直接连接符 276"/>
          <p:cNvSpPr>
            <a:spLocks noGrp="1"/>
          </p:cNvSpPr>
          <p:nvPr>
            <p:custDataLst>
              <p:tags r:id="rId279"/>
            </p:custDataLst>
          </p:nvPr>
        </p:nvSpPr>
        <p:spPr>
          <a:xfrm rot="2700000">
            <a:off x="2305844" y="412003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78" name="直接连接符 277"/>
          <p:cNvSpPr>
            <a:spLocks noGrp="1"/>
          </p:cNvSpPr>
          <p:nvPr>
            <p:custDataLst>
              <p:tags r:id="rId280"/>
            </p:custDataLst>
          </p:nvPr>
        </p:nvSpPr>
        <p:spPr>
          <a:xfrm rot="8100000">
            <a:off x="2305844" y="412003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79" name="直接连接符 278"/>
          <p:cNvSpPr>
            <a:spLocks noGrp="1"/>
          </p:cNvSpPr>
          <p:nvPr>
            <p:custDataLst>
              <p:tags r:id="rId281"/>
            </p:custDataLst>
          </p:nvPr>
        </p:nvSpPr>
        <p:spPr>
          <a:xfrm rot="2273814">
            <a:off x="2833406" y="4110932"/>
            <a:ext cx="1313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80" name="椭圆 279"/>
          <p:cNvSpPr>
            <a:spLocks noGrp="1"/>
          </p:cNvSpPr>
          <p:nvPr>
            <p:custDataLst>
              <p:tags r:id="rId282"/>
            </p:custDataLst>
          </p:nvPr>
        </p:nvSpPr>
        <p:spPr>
          <a:xfrm>
            <a:off x="2800501" y="407260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81" name="直接连接符 280"/>
          <p:cNvSpPr>
            <a:spLocks noGrp="1"/>
          </p:cNvSpPr>
          <p:nvPr>
            <p:custDataLst>
              <p:tags r:id="rId283"/>
            </p:custDataLst>
          </p:nvPr>
        </p:nvSpPr>
        <p:spPr>
          <a:xfrm rot="2700000">
            <a:off x="2821154" y="411496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82" name="直接连接符 281"/>
          <p:cNvSpPr>
            <a:spLocks noGrp="1"/>
          </p:cNvSpPr>
          <p:nvPr>
            <p:custDataLst>
              <p:tags r:id="rId284"/>
            </p:custDataLst>
          </p:nvPr>
        </p:nvSpPr>
        <p:spPr>
          <a:xfrm rot="8100000">
            <a:off x="2821154" y="411496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83" name="直接连接符 282"/>
          <p:cNvSpPr>
            <a:spLocks noGrp="1"/>
          </p:cNvSpPr>
          <p:nvPr>
            <p:custDataLst>
              <p:tags r:id="rId285"/>
            </p:custDataLst>
          </p:nvPr>
        </p:nvSpPr>
        <p:spPr>
          <a:xfrm rot="10459124">
            <a:off x="2575375" y="4382759"/>
            <a:ext cx="891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84" name="椭圆 283"/>
          <p:cNvSpPr>
            <a:spLocks noGrp="1"/>
          </p:cNvSpPr>
          <p:nvPr>
            <p:custDataLst>
              <p:tags r:id="rId286"/>
            </p:custDataLst>
          </p:nvPr>
        </p:nvSpPr>
        <p:spPr>
          <a:xfrm>
            <a:off x="2549979" y="434802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85" name="直接连接符 284"/>
          <p:cNvSpPr>
            <a:spLocks noGrp="1"/>
          </p:cNvSpPr>
          <p:nvPr>
            <p:custDataLst>
              <p:tags r:id="rId287"/>
            </p:custDataLst>
          </p:nvPr>
        </p:nvSpPr>
        <p:spPr>
          <a:xfrm rot="2700000">
            <a:off x="2551394" y="438320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86" name="直接连接符 285"/>
          <p:cNvSpPr>
            <a:spLocks noGrp="1"/>
          </p:cNvSpPr>
          <p:nvPr>
            <p:custDataLst>
              <p:tags r:id="rId288"/>
            </p:custDataLst>
          </p:nvPr>
        </p:nvSpPr>
        <p:spPr>
          <a:xfrm rot="8100000">
            <a:off x="2551394" y="438320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87" name="直接连接符 286"/>
          <p:cNvSpPr>
            <a:spLocks noGrp="1"/>
          </p:cNvSpPr>
          <p:nvPr>
            <p:custDataLst>
              <p:tags r:id="rId289"/>
            </p:custDataLst>
          </p:nvPr>
        </p:nvSpPr>
        <p:spPr>
          <a:xfrm rot="-5313083">
            <a:off x="2312087" y="4385761"/>
            <a:ext cx="8413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88" name="椭圆 287"/>
          <p:cNvSpPr>
            <a:spLocks noGrp="1"/>
          </p:cNvSpPr>
          <p:nvPr>
            <p:custDataLst>
              <p:tags r:id="rId290"/>
            </p:custDataLst>
          </p:nvPr>
        </p:nvSpPr>
        <p:spPr>
          <a:xfrm>
            <a:off x="2281897" y="435567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89" name="直接连接符 288"/>
          <p:cNvSpPr>
            <a:spLocks noGrp="1"/>
          </p:cNvSpPr>
          <p:nvPr>
            <p:custDataLst>
              <p:tags r:id="rId291"/>
            </p:custDataLst>
          </p:nvPr>
        </p:nvSpPr>
        <p:spPr>
          <a:xfrm rot="2700000">
            <a:off x="2292397" y="438155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0" name="直接连接符 289"/>
          <p:cNvSpPr>
            <a:spLocks noGrp="1"/>
          </p:cNvSpPr>
          <p:nvPr>
            <p:custDataLst>
              <p:tags r:id="rId292"/>
            </p:custDataLst>
          </p:nvPr>
        </p:nvSpPr>
        <p:spPr>
          <a:xfrm rot="8100000">
            <a:off x="2292397" y="438155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1" name="直接连接符 290"/>
          <p:cNvSpPr>
            <a:spLocks noGrp="1"/>
          </p:cNvSpPr>
          <p:nvPr>
            <p:custDataLst>
              <p:tags r:id="rId293"/>
            </p:custDataLst>
          </p:nvPr>
        </p:nvSpPr>
        <p:spPr>
          <a:xfrm rot="3190321">
            <a:off x="2850149" y="4380028"/>
            <a:ext cx="633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92" name="椭圆 291"/>
          <p:cNvSpPr>
            <a:spLocks noGrp="1"/>
          </p:cNvSpPr>
          <p:nvPr>
            <p:custDataLst>
              <p:tags r:id="rId294"/>
            </p:custDataLst>
          </p:nvPr>
        </p:nvSpPr>
        <p:spPr>
          <a:xfrm>
            <a:off x="2817128" y="434320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93" name="直接连接符 292"/>
          <p:cNvSpPr>
            <a:spLocks noGrp="1"/>
          </p:cNvSpPr>
          <p:nvPr>
            <p:custDataLst>
              <p:tags r:id="rId295"/>
            </p:custDataLst>
          </p:nvPr>
        </p:nvSpPr>
        <p:spPr>
          <a:xfrm rot="2700000">
            <a:off x="2831213" y="438256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4" name="直接连接符 293"/>
          <p:cNvSpPr>
            <a:spLocks noGrp="1"/>
          </p:cNvSpPr>
          <p:nvPr>
            <p:custDataLst>
              <p:tags r:id="rId296"/>
            </p:custDataLst>
          </p:nvPr>
        </p:nvSpPr>
        <p:spPr>
          <a:xfrm rot="8100000">
            <a:off x="2831213" y="438256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5" name="直接连接符 294"/>
          <p:cNvSpPr>
            <a:spLocks noGrp="1"/>
          </p:cNvSpPr>
          <p:nvPr>
            <p:custDataLst>
              <p:tags r:id="rId297"/>
            </p:custDataLst>
          </p:nvPr>
        </p:nvSpPr>
        <p:spPr>
          <a:xfrm rot="-6432349">
            <a:off x="2311565" y="4595375"/>
            <a:ext cx="330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296" name="椭圆 295"/>
          <p:cNvSpPr>
            <a:spLocks noGrp="1"/>
          </p:cNvSpPr>
          <p:nvPr>
            <p:custDataLst>
              <p:tags r:id="rId298"/>
            </p:custDataLst>
          </p:nvPr>
        </p:nvSpPr>
        <p:spPr>
          <a:xfrm>
            <a:off x="2279419" y="4562665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297" name="直接连接符 296"/>
          <p:cNvSpPr>
            <a:spLocks noGrp="1"/>
          </p:cNvSpPr>
          <p:nvPr>
            <p:custDataLst>
              <p:tags r:id="rId299"/>
            </p:custDataLst>
          </p:nvPr>
        </p:nvSpPr>
        <p:spPr>
          <a:xfrm rot="2700000">
            <a:off x="2288727" y="459379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8" name="直接连接符 297"/>
          <p:cNvSpPr>
            <a:spLocks noGrp="1"/>
          </p:cNvSpPr>
          <p:nvPr>
            <p:custDataLst>
              <p:tags r:id="rId300"/>
            </p:custDataLst>
          </p:nvPr>
        </p:nvSpPr>
        <p:spPr>
          <a:xfrm rot="8100000">
            <a:off x="2288727" y="4593796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299" name="直接连接符 298"/>
          <p:cNvSpPr>
            <a:spLocks noGrp="1"/>
          </p:cNvSpPr>
          <p:nvPr>
            <p:custDataLst>
              <p:tags r:id="rId301"/>
            </p:custDataLst>
          </p:nvPr>
        </p:nvSpPr>
        <p:spPr>
          <a:xfrm rot="5643855">
            <a:off x="2849527" y="4594160"/>
            <a:ext cx="1197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00" name="椭圆 299"/>
          <p:cNvSpPr>
            <a:spLocks noGrp="1"/>
          </p:cNvSpPr>
          <p:nvPr>
            <p:custDataLst>
              <p:tags r:id="rId302"/>
            </p:custDataLst>
          </p:nvPr>
        </p:nvSpPr>
        <p:spPr>
          <a:xfrm>
            <a:off x="2821651" y="4553896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301" name="直接连接符 300"/>
          <p:cNvSpPr>
            <a:spLocks noGrp="1"/>
          </p:cNvSpPr>
          <p:nvPr>
            <p:custDataLst>
              <p:tags r:id="rId303"/>
            </p:custDataLst>
          </p:nvPr>
        </p:nvSpPr>
        <p:spPr>
          <a:xfrm rot="2700000">
            <a:off x="2831089" y="460013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02" name="直接连接符 301"/>
          <p:cNvSpPr>
            <a:spLocks noGrp="1"/>
          </p:cNvSpPr>
          <p:nvPr>
            <p:custDataLst>
              <p:tags r:id="rId304"/>
            </p:custDataLst>
          </p:nvPr>
        </p:nvSpPr>
        <p:spPr>
          <a:xfrm rot="8100000">
            <a:off x="2831089" y="460013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03" name="直接连接符 302"/>
          <p:cNvSpPr>
            <a:spLocks noGrp="1"/>
          </p:cNvSpPr>
          <p:nvPr>
            <p:custDataLst>
              <p:tags r:id="rId305"/>
            </p:custDataLst>
          </p:nvPr>
        </p:nvSpPr>
        <p:spPr>
          <a:xfrm rot="963699">
            <a:off x="2123621" y="3337766"/>
            <a:ext cx="661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04" name="椭圆 303"/>
          <p:cNvSpPr>
            <a:spLocks noGrp="1"/>
          </p:cNvSpPr>
          <p:nvPr>
            <p:custDataLst>
              <p:tags r:id="rId306"/>
            </p:custDataLst>
          </p:nvPr>
        </p:nvSpPr>
        <p:spPr>
          <a:xfrm>
            <a:off x="2089461" y="330256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305" name="直接连接符 304"/>
          <p:cNvSpPr>
            <a:spLocks noGrp="1"/>
          </p:cNvSpPr>
          <p:nvPr>
            <p:custDataLst>
              <p:tags r:id="rId307"/>
            </p:custDataLst>
          </p:nvPr>
        </p:nvSpPr>
        <p:spPr>
          <a:xfrm rot="2700000">
            <a:off x="2106106" y="333868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06" name="直接连接符 305"/>
          <p:cNvSpPr>
            <a:spLocks noGrp="1"/>
          </p:cNvSpPr>
          <p:nvPr>
            <p:custDataLst>
              <p:tags r:id="rId308"/>
            </p:custDataLst>
          </p:nvPr>
        </p:nvSpPr>
        <p:spPr>
          <a:xfrm rot="8100000">
            <a:off x="2106106" y="333868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07" name="直接连接符 306"/>
          <p:cNvSpPr>
            <a:spLocks noGrp="1"/>
          </p:cNvSpPr>
          <p:nvPr>
            <p:custDataLst>
              <p:tags r:id="rId309"/>
            </p:custDataLst>
          </p:nvPr>
        </p:nvSpPr>
        <p:spPr>
          <a:xfrm rot="1647397">
            <a:off x="3057942" y="3342783"/>
            <a:ext cx="3019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08" name="椭圆 307"/>
          <p:cNvSpPr>
            <a:spLocks noGrp="1"/>
          </p:cNvSpPr>
          <p:nvPr>
            <p:custDataLst>
              <p:tags r:id="rId310"/>
            </p:custDataLst>
          </p:nvPr>
        </p:nvSpPr>
        <p:spPr>
          <a:xfrm>
            <a:off x="3025352" y="330153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309" name="直接连接符 308"/>
          <p:cNvSpPr>
            <a:spLocks noGrp="1"/>
          </p:cNvSpPr>
          <p:nvPr>
            <p:custDataLst>
              <p:tags r:id="rId311"/>
            </p:custDataLst>
          </p:nvPr>
        </p:nvSpPr>
        <p:spPr>
          <a:xfrm rot="2700000">
            <a:off x="3062436" y="334974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10" name="直接连接符 309"/>
          <p:cNvSpPr>
            <a:spLocks noGrp="1"/>
          </p:cNvSpPr>
          <p:nvPr>
            <p:custDataLst>
              <p:tags r:id="rId312"/>
            </p:custDataLst>
          </p:nvPr>
        </p:nvSpPr>
        <p:spPr>
          <a:xfrm rot="8100000">
            <a:off x="3062436" y="334974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11" name="直接连接符 310"/>
          <p:cNvSpPr>
            <a:spLocks noGrp="1"/>
          </p:cNvSpPr>
          <p:nvPr>
            <p:custDataLst>
              <p:tags r:id="rId313"/>
            </p:custDataLst>
          </p:nvPr>
        </p:nvSpPr>
        <p:spPr>
          <a:xfrm rot="-2549854">
            <a:off x="2339896" y="3298234"/>
            <a:ext cx="1232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12" name="椭圆 311"/>
          <p:cNvSpPr>
            <a:spLocks noGrp="1"/>
          </p:cNvSpPr>
          <p:nvPr>
            <p:custDataLst>
              <p:tags r:id="rId314"/>
            </p:custDataLst>
          </p:nvPr>
        </p:nvSpPr>
        <p:spPr>
          <a:xfrm>
            <a:off x="2307226" y="326810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313" name="直接连接符 312"/>
          <p:cNvSpPr>
            <a:spLocks noGrp="1"/>
          </p:cNvSpPr>
          <p:nvPr>
            <p:custDataLst>
              <p:tags r:id="rId315"/>
            </p:custDataLst>
          </p:nvPr>
        </p:nvSpPr>
        <p:spPr>
          <a:xfrm rot="2700000">
            <a:off x="2326601" y="329407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14" name="直接连接符 313"/>
          <p:cNvSpPr>
            <a:spLocks noGrp="1"/>
          </p:cNvSpPr>
          <p:nvPr>
            <p:custDataLst>
              <p:tags r:id="rId316"/>
            </p:custDataLst>
          </p:nvPr>
        </p:nvSpPr>
        <p:spPr>
          <a:xfrm rot="8100000">
            <a:off x="2326601" y="329407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15" name="直接连接符 314"/>
          <p:cNvSpPr>
            <a:spLocks noGrp="1"/>
          </p:cNvSpPr>
          <p:nvPr>
            <p:custDataLst>
              <p:tags r:id="rId317"/>
            </p:custDataLst>
          </p:nvPr>
        </p:nvSpPr>
        <p:spPr>
          <a:xfrm rot="-491949">
            <a:off x="2840764" y="3295247"/>
            <a:ext cx="2334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16" name="椭圆 315"/>
          <p:cNvSpPr>
            <a:spLocks noGrp="1"/>
          </p:cNvSpPr>
          <p:nvPr>
            <p:custDataLst>
              <p:tags r:id="rId318"/>
            </p:custDataLst>
          </p:nvPr>
        </p:nvSpPr>
        <p:spPr>
          <a:xfrm>
            <a:off x="2806594" y="326262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317" name="直接连接符 316"/>
          <p:cNvSpPr>
            <a:spLocks noGrp="1"/>
          </p:cNvSpPr>
          <p:nvPr>
            <p:custDataLst>
              <p:tags r:id="rId319"/>
            </p:custDataLst>
          </p:nvPr>
        </p:nvSpPr>
        <p:spPr>
          <a:xfrm rot="2700000">
            <a:off x="2839982" y="329358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18" name="直接连接符 317"/>
          <p:cNvSpPr>
            <a:spLocks noGrp="1"/>
          </p:cNvSpPr>
          <p:nvPr>
            <p:custDataLst>
              <p:tags r:id="rId320"/>
            </p:custDataLst>
          </p:nvPr>
        </p:nvSpPr>
        <p:spPr>
          <a:xfrm rot="8100000">
            <a:off x="2839982" y="329358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19" name="矩形 318"/>
          <p:cNvSpPr>
            <a:spLocks noGrp="1"/>
          </p:cNvSpPr>
          <p:nvPr>
            <p:custDataLst>
              <p:tags r:id="rId321"/>
            </p:custDataLst>
          </p:nvPr>
        </p:nvSpPr>
        <p:spPr>
          <a:xfrm>
            <a:off x="3486150" y="1000125"/>
            <a:ext cx="1457325" cy="24003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175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05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姿势留出</a:t>
            </a:r>
            <a:endParaRPr sz="1305" b="1">
              <a:solidFill>
                <a:srgbClr val="087B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20" name="矩形 319"/>
          <p:cNvSpPr>
            <a:spLocks noGrp="1"/>
          </p:cNvSpPr>
          <p:nvPr>
            <p:custDataLst>
              <p:tags r:id="rId322"/>
            </p:custDataLst>
          </p:nvPr>
        </p:nvSpPr>
        <p:spPr>
          <a:xfrm>
            <a:off x="3486150" y="1251585"/>
            <a:ext cx="1485900" cy="20002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示例：C02 × D01</a:t>
            </a:r>
            <a:endParaRPr sz="94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16" name="图片 815"/>
          <p:cNvPicPr>
            <a:picLocks noChangeAspect="1"/>
          </p:cNvPicPr>
          <p:nvPr>
            <p:custDataLst>
              <p:tags r:id="rId323"/>
            </p:custDataLst>
          </p:nvPr>
        </p:nvPicPr>
        <p:blipFill>
          <a:blip r:embed="rId324"/>
          <a:stretch>
            <a:fillRect/>
          </a:stretch>
        </p:blipFill>
        <p:spPr>
          <a:xfrm>
            <a:off x="3834765" y="1485900"/>
            <a:ext cx="662940" cy="1464635"/>
          </a:xfrm>
          <a:prstGeom prst="rect">
            <a:avLst/>
          </a:prstGeom>
        </p:spPr>
      </p:pic>
      <p:sp>
        <p:nvSpPr>
          <p:cNvPr id="322" name="直接连接符 321"/>
          <p:cNvSpPr>
            <a:spLocks noGrp="1"/>
          </p:cNvSpPr>
          <p:nvPr>
            <p:custDataLst>
              <p:tags r:id="rId325"/>
            </p:custDataLst>
          </p:nvPr>
        </p:nvSpPr>
        <p:spPr>
          <a:xfrm rot="9754950">
            <a:off x="4162205" y="1762583"/>
            <a:ext cx="447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23" name="椭圆 322"/>
          <p:cNvSpPr>
            <a:spLocks noGrp="1"/>
          </p:cNvSpPr>
          <p:nvPr>
            <p:custDataLst>
              <p:tags r:id="rId326"/>
            </p:custDataLst>
          </p:nvPr>
        </p:nvSpPr>
        <p:spPr>
          <a:xfrm>
            <a:off x="4149433" y="174476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24" name="直接连接符 323"/>
          <p:cNvSpPr>
            <a:spLocks noGrp="1"/>
          </p:cNvSpPr>
          <p:nvPr>
            <p:custDataLst>
              <p:tags r:id="rId327"/>
            </p:custDataLst>
          </p:nvPr>
        </p:nvSpPr>
        <p:spPr>
          <a:xfrm rot="2700000">
            <a:off x="4150307" y="176325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25" name="直接连接符 324"/>
          <p:cNvSpPr>
            <a:spLocks noGrp="1"/>
          </p:cNvSpPr>
          <p:nvPr>
            <p:custDataLst>
              <p:tags r:id="rId328"/>
            </p:custDataLst>
          </p:nvPr>
        </p:nvSpPr>
        <p:spPr>
          <a:xfrm rot="8100000">
            <a:off x="4150307" y="176325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26" name="直接连接符 325"/>
          <p:cNvSpPr>
            <a:spLocks noGrp="1"/>
          </p:cNvSpPr>
          <p:nvPr>
            <p:custDataLst>
              <p:tags r:id="rId329"/>
            </p:custDataLst>
          </p:nvPr>
        </p:nvSpPr>
        <p:spPr>
          <a:xfrm rot="7023364">
            <a:off x="4090378" y="1856799"/>
            <a:ext cx="540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27" name="椭圆 326"/>
          <p:cNvSpPr>
            <a:spLocks noGrp="1"/>
          </p:cNvSpPr>
          <p:nvPr>
            <p:custDataLst>
              <p:tags r:id="rId330"/>
            </p:custDataLst>
          </p:nvPr>
        </p:nvSpPr>
        <p:spPr>
          <a:xfrm>
            <a:off x="4077162" y="183724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28" name="直接连接符 327"/>
          <p:cNvSpPr>
            <a:spLocks noGrp="1"/>
          </p:cNvSpPr>
          <p:nvPr>
            <p:custDataLst>
              <p:tags r:id="rId331"/>
            </p:custDataLst>
          </p:nvPr>
        </p:nvSpPr>
        <p:spPr>
          <a:xfrm rot="2700000">
            <a:off x="4079849" y="185920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29" name="直接连接符 328"/>
          <p:cNvSpPr>
            <a:spLocks noGrp="1"/>
          </p:cNvSpPr>
          <p:nvPr>
            <p:custDataLst>
              <p:tags r:id="rId332"/>
            </p:custDataLst>
          </p:nvPr>
        </p:nvSpPr>
        <p:spPr>
          <a:xfrm rot="8100000">
            <a:off x="4079849" y="185920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30" name="直接连接符 329"/>
          <p:cNvSpPr>
            <a:spLocks noGrp="1"/>
          </p:cNvSpPr>
          <p:nvPr>
            <p:custDataLst>
              <p:tags r:id="rId333"/>
            </p:custDataLst>
          </p:nvPr>
        </p:nvSpPr>
        <p:spPr>
          <a:xfrm rot="5335606">
            <a:off x="4234720" y="1857698"/>
            <a:ext cx="762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31" name="椭圆 330"/>
          <p:cNvSpPr>
            <a:spLocks noGrp="1"/>
          </p:cNvSpPr>
          <p:nvPr>
            <p:custDataLst>
              <p:tags r:id="rId334"/>
            </p:custDataLst>
          </p:nvPr>
        </p:nvSpPr>
        <p:spPr>
          <a:xfrm>
            <a:off x="4221316" y="1836741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32" name="直接连接符 331"/>
          <p:cNvSpPr>
            <a:spLocks noGrp="1"/>
          </p:cNvSpPr>
          <p:nvPr>
            <p:custDataLst>
              <p:tags r:id="rId335"/>
            </p:custDataLst>
          </p:nvPr>
        </p:nvSpPr>
        <p:spPr>
          <a:xfrm rot="2700000">
            <a:off x="4226602" y="186151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33" name="直接连接符 332"/>
          <p:cNvSpPr>
            <a:spLocks noGrp="1"/>
          </p:cNvSpPr>
          <p:nvPr>
            <p:custDataLst>
              <p:tags r:id="rId336"/>
            </p:custDataLst>
          </p:nvPr>
        </p:nvSpPr>
        <p:spPr>
          <a:xfrm rot="8100000">
            <a:off x="4226602" y="186151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34" name="直接连接符 333"/>
          <p:cNvSpPr>
            <a:spLocks noGrp="1"/>
          </p:cNvSpPr>
          <p:nvPr>
            <p:custDataLst>
              <p:tags r:id="rId337"/>
            </p:custDataLst>
          </p:nvPr>
        </p:nvSpPr>
        <p:spPr>
          <a:xfrm rot="3764910">
            <a:off x="4162233" y="1908018"/>
            <a:ext cx="651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35" name="椭圆 334"/>
          <p:cNvSpPr>
            <a:spLocks noGrp="1"/>
          </p:cNvSpPr>
          <p:nvPr>
            <p:custDataLst>
              <p:tags r:id="rId338"/>
            </p:custDataLst>
          </p:nvPr>
        </p:nvSpPr>
        <p:spPr>
          <a:xfrm>
            <a:off x="4146853" y="188797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36" name="直接连接符 335"/>
          <p:cNvSpPr>
            <a:spLocks noGrp="1"/>
          </p:cNvSpPr>
          <p:nvPr>
            <p:custDataLst>
              <p:tags r:id="rId339"/>
            </p:custDataLst>
          </p:nvPr>
        </p:nvSpPr>
        <p:spPr>
          <a:xfrm rot="2700000">
            <a:off x="4154978" y="191091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37" name="直接连接符 336"/>
          <p:cNvSpPr>
            <a:spLocks noGrp="1"/>
          </p:cNvSpPr>
          <p:nvPr>
            <p:custDataLst>
              <p:tags r:id="rId340"/>
            </p:custDataLst>
          </p:nvPr>
        </p:nvSpPr>
        <p:spPr>
          <a:xfrm rot="8100000">
            <a:off x="4154978" y="191091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38" name="直接连接符 337"/>
          <p:cNvSpPr>
            <a:spLocks noGrp="1"/>
          </p:cNvSpPr>
          <p:nvPr>
            <p:custDataLst>
              <p:tags r:id="rId341"/>
            </p:custDataLst>
          </p:nvPr>
        </p:nvSpPr>
        <p:spPr>
          <a:xfrm rot="5277700">
            <a:off x="4090204" y="1906458"/>
            <a:ext cx="300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39" name="椭圆 338"/>
          <p:cNvSpPr>
            <a:spLocks noGrp="1"/>
          </p:cNvSpPr>
          <p:nvPr>
            <p:custDataLst>
              <p:tags r:id="rId342"/>
            </p:custDataLst>
          </p:nvPr>
        </p:nvSpPr>
        <p:spPr>
          <a:xfrm>
            <a:off x="4074510" y="188780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40" name="直接连接符 339"/>
          <p:cNvSpPr>
            <a:spLocks noGrp="1"/>
          </p:cNvSpPr>
          <p:nvPr>
            <p:custDataLst>
              <p:tags r:id="rId343"/>
            </p:custDataLst>
          </p:nvPr>
        </p:nvSpPr>
        <p:spPr>
          <a:xfrm rot="2700000">
            <a:off x="4079761" y="190796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41" name="直接连接符 340"/>
          <p:cNvSpPr>
            <a:spLocks noGrp="1"/>
          </p:cNvSpPr>
          <p:nvPr>
            <p:custDataLst>
              <p:tags r:id="rId344"/>
            </p:custDataLst>
          </p:nvPr>
        </p:nvSpPr>
        <p:spPr>
          <a:xfrm rot="8100000">
            <a:off x="4079761" y="190796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42" name="直接连接符 341"/>
          <p:cNvSpPr>
            <a:spLocks noGrp="1"/>
          </p:cNvSpPr>
          <p:nvPr>
            <p:custDataLst>
              <p:tags r:id="rId345"/>
            </p:custDataLst>
          </p:nvPr>
        </p:nvSpPr>
        <p:spPr>
          <a:xfrm rot="5612242">
            <a:off x="4234304" y="1907832"/>
            <a:ext cx="798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43" name="椭圆 342"/>
          <p:cNvSpPr>
            <a:spLocks noGrp="1"/>
          </p:cNvSpPr>
          <p:nvPr>
            <p:custDataLst>
              <p:tags r:id="rId346"/>
            </p:custDataLst>
          </p:nvPr>
        </p:nvSpPr>
        <p:spPr>
          <a:xfrm>
            <a:off x="4221400" y="1886700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44" name="直接连接符 343"/>
          <p:cNvSpPr>
            <a:spLocks noGrp="1"/>
          </p:cNvSpPr>
          <p:nvPr>
            <p:custDataLst>
              <p:tags r:id="rId347"/>
            </p:custDataLst>
          </p:nvPr>
        </p:nvSpPr>
        <p:spPr>
          <a:xfrm rot="2700000">
            <a:off x="4226051" y="191181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45" name="直接连接符 344"/>
          <p:cNvSpPr>
            <a:spLocks noGrp="1"/>
          </p:cNvSpPr>
          <p:nvPr>
            <p:custDataLst>
              <p:tags r:id="rId348"/>
            </p:custDataLst>
          </p:nvPr>
        </p:nvSpPr>
        <p:spPr>
          <a:xfrm rot="8100000">
            <a:off x="4226051" y="191181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46" name="直接连接符 345"/>
          <p:cNvSpPr>
            <a:spLocks noGrp="1"/>
          </p:cNvSpPr>
          <p:nvPr>
            <p:custDataLst>
              <p:tags r:id="rId349"/>
            </p:custDataLst>
          </p:nvPr>
        </p:nvSpPr>
        <p:spPr>
          <a:xfrm rot="2915228">
            <a:off x="4164924" y="1993976"/>
            <a:ext cx="562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47" name="椭圆 346"/>
          <p:cNvSpPr>
            <a:spLocks noGrp="1"/>
          </p:cNvSpPr>
          <p:nvPr>
            <p:custDataLst>
              <p:tags r:id="rId350"/>
            </p:custDataLst>
          </p:nvPr>
        </p:nvSpPr>
        <p:spPr>
          <a:xfrm>
            <a:off x="4148731" y="1974723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48" name="直接连接符 347"/>
          <p:cNvSpPr>
            <a:spLocks noGrp="1"/>
          </p:cNvSpPr>
          <p:nvPr>
            <p:custDataLst>
              <p:tags r:id="rId351"/>
            </p:custDataLst>
          </p:nvPr>
        </p:nvSpPr>
        <p:spPr>
          <a:xfrm rot="2700000">
            <a:off x="4157594" y="199608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49" name="直接连接符 348"/>
          <p:cNvSpPr>
            <a:spLocks noGrp="1"/>
          </p:cNvSpPr>
          <p:nvPr>
            <p:custDataLst>
              <p:tags r:id="rId352"/>
            </p:custDataLst>
          </p:nvPr>
        </p:nvSpPr>
        <p:spPr>
          <a:xfrm rot="8100000">
            <a:off x="4157594" y="199608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50" name="直接连接符 349"/>
          <p:cNvSpPr>
            <a:spLocks noGrp="1"/>
          </p:cNvSpPr>
          <p:nvPr>
            <p:custDataLst>
              <p:tags r:id="rId353"/>
            </p:custDataLst>
          </p:nvPr>
        </p:nvSpPr>
        <p:spPr>
          <a:xfrm rot="2026926">
            <a:off x="4093610" y="1995661"/>
            <a:ext cx="394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51" name="椭圆 350"/>
          <p:cNvSpPr>
            <a:spLocks noGrp="1"/>
          </p:cNvSpPr>
          <p:nvPr>
            <p:custDataLst>
              <p:tags r:id="rId354"/>
            </p:custDataLst>
          </p:nvPr>
        </p:nvSpPr>
        <p:spPr>
          <a:xfrm>
            <a:off x="4076798" y="197741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52" name="直接连接符 351"/>
          <p:cNvSpPr>
            <a:spLocks noGrp="1"/>
          </p:cNvSpPr>
          <p:nvPr>
            <p:custDataLst>
              <p:tags r:id="rId355"/>
            </p:custDataLst>
          </p:nvPr>
        </p:nvSpPr>
        <p:spPr>
          <a:xfrm rot="2700000">
            <a:off x="4085222" y="199675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53" name="直接连接符 352"/>
          <p:cNvSpPr>
            <a:spLocks noGrp="1"/>
          </p:cNvSpPr>
          <p:nvPr>
            <p:custDataLst>
              <p:tags r:id="rId356"/>
            </p:custDataLst>
          </p:nvPr>
        </p:nvSpPr>
        <p:spPr>
          <a:xfrm rot="8100000">
            <a:off x="4085222" y="1996758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54" name="直接连接符 353"/>
          <p:cNvSpPr>
            <a:spLocks noGrp="1"/>
          </p:cNvSpPr>
          <p:nvPr>
            <p:custDataLst>
              <p:tags r:id="rId357"/>
            </p:custDataLst>
          </p:nvPr>
        </p:nvSpPr>
        <p:spPr>
          <a:xfrm rot="4563368">
            <a:off x="4235420" y="1994271"/>
            <a:ext cx="777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55" name="椭圆 354"/>
          <p:cNvSpPr>
            <a:spLocks noGrp="1"/>
          </p:cNvSpPr>
          <p:nvPr>
            <p:custDataLst>
              <p:tags r:id="rId358"/>
            </p:custDataLst>
          </p:nvPr>
        </p:nvSpPr>
        <p:spPr>
          <a:xfrm>
            <a:off x="4221224" y="1973354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56" name="直接连接符 355"/>
          <p:cNvSpPr>
            <a:spLocks noGrp="1"/>
          </p:cNvSpPr>
          <p:nvPr>
            <p:custDataLst>
              <p:tags r:id="rId359"/>
            </p:custDataLst>
          </p:nvPr>
        </p:nvSpPr>
        <p:spPr>
          <a:xfrm rot="2700000">
            <a:off x="4228241" y="199804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57" name="直接连接符 356"/>
          <p:cNvSpPr>
            <a:spLocks noGrp="1"/>
          </p:cNvSpPr>
          <p:nvPr>
            <p:custDataLst>
              <p:tags r:id="rId360"/>
            </p:custDataLst>
          </p:nvPr>
        </p:nvSpPr>
        <p:spPr>
          <a:xfrm rot="8100000">
            <a:off x="4228241" y="199804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58" name="直接连接符 357"/>
          <p:cNvSpPr>
            <a:spLocks noGrp="1"/>
          </p:cNvSpPr>
          <p:nvPr>
            <p:custDataLst>
              <p:tags r:id="rId361"/>
            </p:custDataLst>
          </p:nvPr>
        </p:nvSpPr>
        <p:spPr>
          <a:xfrm rot="2136852">
            <a:off x="4165734" y="2069352"/>
            <a:ext cx="556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59" name="椭圆 358"/>
          <p:cNvSpPr>
            <a:spLocks noGrp="1"/>
          </p:cNvSpPr>
          <p:nvPr>
            <p:custDataLst>
              <p:tags r:id="rId362"/>
            </p:custDataLst>
          </p:nvPr>
        </p:nvSpPr>
        <p:spPr>
          <a:xfrm>
            <a:off x="4149109" y="205058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60" name="直接连接符 359"/>
          <p:cNvSpPr>
            <a:spLocks noGrp="1"/>
          </p:cNvSpPr>
          <p:nvPr>
            <p:custDataLst>
              <p:tags r:id="rId363"/>
            </p:custDataLst>
          </p:nvPr>
        </p:nvSpPr>
        <p:spPr>
          <a:xfrm rot="2700000">
            <a:off x="4158777" y="207097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61" name="直接连接符 360"/>
          <p:cNvSpPr>
            <a:spLocks noGrp="1"/>
          </p:cNvSpPr>
          <p:nvPr>
            <p:custDataLst>
              <p:tags r:id="rId364"/>
            </p:custDataLst>
          </p:nvPr>
        </p:nvSpPr>
        <p:spPr>
          <a:xfrm rot="8100000">
            <a:off x="4158777" y="2070973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62" name="直接连接符 361"/>
          <p:cNvSpPr>
            <a:spLocks noGrp="1"/>
          </p:cNvSpPr>
          <p:nvPr>
            <p:custDataLst>
              <p:tags r:id="rId365"/>
            </p:custDataLst>
          </p:nvPr>
        </p:nvSpPr>
        <p:spPr>
          <a:xfrm rot="3371760">
            <a:off x="4088700" y="2071876"/>
            <a:ext cx="418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63" name="椭圆 362"/>
          <p:cNvSpPr>
            <a:spLocks noGrp="1"/>
          </p:cNvSpPr>
          <p:nvPr>
            <p:custDataLst>
              <p:tags r:id="rId366"/>
            </p:custDataLst>
          </p:nvPr>
        </p:nvSpPr>
        <p:spPr>
          <a:xfrm>
            <a:off x="4072484" y="2052991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64" name="直接连接符 363"/>
          <p:cNvSpPr>
            <a:spLocks noGrp="1"/>
          </p:cNvSpPr>
          <p:nvPr>
            <p:custDataLst>
              <p:tags r:id="rId367"/>
            </p:custDataLst>
          </p:nvPr>
        </p:nvSpPr>
        <p:spPr>
          <a:xfrm rot="2700000">
            <a:off x="4079957" y="207361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65" name="直接连接符 364"/>
          <p:cNvSpPr>
            <a:spLocks noGrp="1"/>
          </p:cNvSpPr>
          <p:nvPr>
            <p:custDataLst>
              <p:tags r:id="rId368"/>
            </p:custDataLst>
          </p:nvPr>
        </p:nvSpPr>
        <p:spPr>
          <a:xfrm rot="8100000">
            <a:off x="4079957" y="2073615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66" name="直接连接符 365"/>
          <p:cNvSpPr>
            <a:spLocks noGrp="1"/>
          </p:cNvSpPr>
          <p:nvPr>
            <p:custDataLst>
              <p:tags r:id="rId369"/>
            </p:custDataLst>
          </p:nvPr>
        </p:nvSpPr>
        <p:spPr>
          <a:xfrm rot="3635702">
            <a:off x="4241567" y="2068796"/>
            <a:ext cx="536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67" name="椭圆 366"/>
          <p:cNvSpPr>
            <a:spLocks noGrp="1"/>
          </p:cNvSpPr>
          <p:nvPr>
            <p:custDataLst>
              <p:tags r:id="rId370"/>
            </p:custDataLst>
          </p:nvPr>
        </p:nvSpPr>
        <p:spPr>
          <a:xfrm>
            <a:off x="4225786" y="2049317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368" name="直接连接符 367"/>
          <p:cNvSpPr>
            <a:spLocks noGrp="1"/>
          </p:cNvSpPr>
          <p:nvPr>
            <p:custDataLst>
              <p:tags r:id="rId371"/>
            </p:custDataLst>
          </p:nvPr>
        </p:nvSpPr>
        <p:spPr>
          <a:xfrm rot="2700000">
            <a:off x="4233562" y="2071132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69" name="直接连接符 368"/>
          <p:cNvSpPr>
            <a:spLocks noGrp="1"/>
          </p:cNvSpPr>
          <p:nvPr>
            <p:custDataLst>
              <p:tags r:id="rId372"/>
            </p:custDataLst>
          </p:nvPr>
        </p:nvSpPr>
        <p:spPr>
          <a:xfrm rot="8100000">
            <a:off x="4233562" y="2071132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70" name="直接连接符 369"/>
          <p:cNvSpPr>
            <a:spLocks noGrp="1"/>
          </p:cNvSpPr>
          <p:nvPr>
            <p:custDataLst>
              <p:tags r:id="rId373"/>
            </p:custDataLst>
          </p:nvPr>
        </p:nvSpPr>
        <p:spPr>
          <a:xfrm rot="2988269">
            <a:off x="4088226" y="2130130"/>
            <a:ext cx="382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71" name="椭圆 370"/>
          <p:cNvSpPr>
            <a:spLocks noGrp="1"/>
          </p:cNvSpPr>
          <p:nvPr>
            <p:custDataLst>
              <p:tags r:id="rId374"/>
            </p:custDataLst>
          </p:nvPr>
        </p:nvSpPr>
        <p:spPr>
          <a:xfrm>
            <a:off x="4071759" y="2111524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72" name="直接连接符 371"/>
          <p:cNvSpPr>
            <a:spLocks noGrp="1"/>
          </p:cNvSpPr>
          <p:nvPr>
            <p:custDataLst>
              <p:tags r:id="rId375"/>
            </p:custDataLst>
          </p:nvPr>
        </p:nvSpPr>
        <p:spPr>
          <a:xfrm rot="2700000">
            <a:off x="4079371" y="213159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73" name="直接连接符 372"/>
          <p:cNvSpPr>
            <a:spLocks noGrp="1"/>
          </p:cNvSpPr>
          <p:nvPr>
            <p:custDataLst>
              <p:tags r:id="rId376"/>
            </p:custDataLst>
          </p:nvPr>
        </p:nvSpPr>
        <p:spPr>
          <a:xfrm rot="8100000">
            <a:off x="4079371" y="2131591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74" name="直接连接符 373"/>
          <p:cNvSpPr>
            <a:spLocks noGrp="1"/>
          </p:cNvSpPr>
          <p:nvPr>
            <p:custDataLst>
              <p:tags r:id="rId377"/>
            </p:custDataLst>
          </p:nvPr>
        </p:nvSpPr>
        <p:spPr>
          <a:xfrm rot="2515322">
            <a:off x="4243452" y="2127244"/>
            <a:ext cx="303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75" name="椭圆 374"/>
          <p:cNvSpPr>
            <a:spLocks noGrp="1"/>
          </p:cNvSpPr>
          <p:nvPr>
            <p:custDataLst>
              <p:tags r:id="rId378"/>
            </p:custDataLst>
          </p:nvPr>
        </p:nvSpPr>
        <p:spPr>
          <a:xfrm>
            <a:off x="4226696" y="2109085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76" name="直接连接符 375"/>
          <p:cNvSpPr>
            <a:spLocks noGrp="1"/>
          </p:cNvSpPr>
          <p:nvPr>
            <p:custDataLst>
              <p:tags r:id="rId379"/>
            </p:custDataLst>
          </p:nvPr>
        </p:nvSpPr>
        <p:spPr>
          <a:xfrm rot="2700000">
            <a:off x="4234100" y="212825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77" name="直接连接符 376"/>
          <p:cNvSpPr>
            <a:spLocks noGrp="1"/>
          </p:cNvSpPr>
          <p:nvPr>
            <p:custDataLst>
              <p:tags r:id="rId380"/>
            </p:custDataLst>
          </p:nvPr>
        </p:nvSpPr>
        <p:spPr>
          <a:xfrm rot="8100000">
            <a:off x="4234100" y="2128259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78" name="直接连接符 377"/>
          <p:cNvSpPr>
            <a:spLocks noGrp="1"/>
          </p:cNvSpPr>
          <p:nvPr>
            <p:custDataLst>
              <p:tags r:id="rId381"/>
            </p:custDataLst>
          </p:nvPr>
        </p:nvSpPr>
        <p:spPr>
          <a:xfrm rot="6200395">
            <a:off x="4087658" y="2195179"/>
            <a:ext cx="146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79" name="椭圆 378"/>
          <p:cNvSpPr>
            <a:spLocks noGrp="1"/>
          </p:cNvSpPr>
          <p:nvPr>
            <p:custDataLst>
              <p:tags r:id="rId382"/>
            </p:custDataLst>
          </p:nvPr>
        </p:nvSpPr>
        <p:spPr>
          <a:xfrm>
            <a:off x="4071416" y="217731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80" name="直接连接符 379"/>
          <p:cNvSpPr>
            <a:spLocks noGrp="1"/>
          </p:cNvSpPr>
          <p:nvPr>
            <p:custDataLst>
              <p:tags r:id="rId383"/>
            </p:custDataLst>
          </p:nvPr>
        </p:nvSpPr>
        <p:spPr>
          <a:xfrm rot="2700000">
            <a:off x="4076221" y="219589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81" name="直接连接符 380"/>
          <p:cNvSpPr>
            <a:spLocks noGrp="1"/>
          </p:cNvSpPr>
          <p:nvPr>
            <p:custDataLst>
              <p:tags r:id="rId384"/>
            </p:custDataLst>
          </p:nvPr>
        </p:nvSpPr>
        <p:spPr>
          <a:xfrm rot="8100000">
            <a:off x="4076221" y="219589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82" name="直接连接符 381"/>
          <p:cNvSpPr>
            <a:spLocks noGrp="1"/>
          </p:cNvSpPr>
          <p:nvPr>
            <p:custDataLst>
              <p:tags r:id="rId385"/>
            </p:custDataLst>
          </p:nvPr>
        </p:nvSpPr>
        <p:spPr>
          <a:xfrm rot="10584029">
            <a:off x="4243298" y="2192200"/>
            <a:ext cx="1813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83" name="椭圆 382"/>
          <p:cNvSpPr>
            <a:spLocks noGrp="1"/>
          </p:cNvSpPr>
          <p:nvPr>
            <p:custDataLst>
              <p:tags r:id="rId386"/>
            </p:custDataLst>
          </p:nvPr>
        </p:nvSpPr>
        <p:spPr>
          <a:xfrm>
            <a:off x="4227965" y="217499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84" name="直接连接符 383"/>
          <p:cNvSpPr>
            <a:spLocks noGrp="1"/>
          </p:cNvSpPr>
          <p:nvPr>
            <p:custDataLst>
              <p:tags r:id="rId387"/>
            </p:custDataLst>
          </p:nvPr>
        </p:nvSpPr>
        <p:spPr>
          <a:xfrm rot="2700000">
            <a:off x="4231298" y="219225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85" name="直接连接符 384"/>
          <p:cNvSpPr>
            <a:spLocks noGrp="1"/>
          </p:cNvSpPr>
          <p:nvPr>
            <p:custDataLst>
              <p:tags r:id="rId388"/>
            </p:custDataLst>
          </p:nvPr>
        </p:nvSpPr>
        <p:spPr>
          <a:xfrm rot="8100000">
            <a:off x="4231298" y="2192257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86" name="直接连接符 385"/>
          <p:cNvSpPr>
            <a:spLocks noGrp="1"/>
          </p:cNvSpPr>
          <p:nvPr>
            <p:custDataLst>
              <p:tags r:id="rId389"/>
            </p:custDataLst>
          </p:nvPr>
        </p:nvSpPr>
        <p:spPr>
          <a:xfrm rot="-10073631">
            <a:off x="4035292" y="1770390"/>
            <a:ext cx="318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87" name="椭圆 386"/>
          <p:cNvSpPr>
            <a:spLocks noGrp="1"/>
          </p:cNvSpPr>
          <p:nvPr>
            <p:custDataLst>
              <p:tags r:id="rId390"/>
            </p:custDataLst>
          </p:nvPr>
        </p:nvSpPr>
        <p:spPr>
          <a:xfrm>
            <a:off x="4021294" y="1753579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88" name="直接连接符 387"/>
          <p:cNvSpPr>
            <a:spLocks noGrp="1"/>
          </p:cNvSpPr>
          <p:nvPr>
            <p:custDataLst>
              <p:tags r:id="rId391"/>
            </p:custDataLst>
          </p:nvPr>
        </p:nvSpPr>
        <p:spPr>
          <a:xfrm rot="2700000">
            <a:off x="4023326" y="177005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89" name="直接连接符 388"/>
          <p:cNvSpPr>
            <a:spLocks noGrp="1"/>
          </p:cNvSpPr>
          <p:nvPr>
            <p:custDataLst>
              <p:tags r:id="rId392"/>
            </p:custDataLst>
          </p:nvPr>
        </p:nvSpPr>
        <p:spPr>
          <a:xfrm rot="8100000">
            <a:off x="4023326" y="1770056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90" name="直接连接符 389"/>
          <p:cNvSpPr>
            <a:spLocks noGrp="1"/>
          </p:cNvSpPr>
          <p:nvPr>
            <p:custDataLst>
              <p:tags r:id="rId393"/>
            </p:custDataLst>
          </p:nvPr>
        </p:nvSpPr>
        <p:spPr>
          <a:xfrm rot="8087899">
            <a:off x="4300023" y="1774248"/>
            <a:ext cx="7022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91" name="椭圆 390"/>
          <p:cNvSpPr>
            <a:spLocks noGrp="1"/>
          </p:cNvSpPr>
          <p:nvPr>
            <p:custDataLst>
              <p:tags r:id="rId394"/>
            </p:custDataLst>
          </p:nvPr>
        </p:nvSpPr>
        <p:spPr>
          <a:xfrm>
            <a:off x="4288863" y="1754612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92" name="直接连接符 391"/>
          <p:cNvSpPr>
            <a:spLocks noGrp="1"/>
          </p:cNvSpPr>
          <p:nvPr>
            <p:custDataLst>
              <p:tags r:id="rId395"/>
            </p:custDataLst>
          </p:nvPr>
        </p:nvSpPr>
        <p:spPr>
          <a:xfrm rot="2700000">
            <a:off x="4289059" y="177674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93" name="直接连接符 392"/>
          <p:cNvSpPr>
            <a:spLocks noGrp="1"/>
          </p:cNvSpPr>
          <p:nvPr>
            <p:custDataLst>
              <p:tags r:id="rId396"/>
            </p:custDataLst>
          </p:nvPr>
        </p:nvSpPr>
        <p:spPr>
          <a:xfrm rot="8100000">
            <a:off x="4289059" y="1776740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94" name="直接连接符 393"/>
          <p:cNvSpPr>
            <a:spLocks noGrp="1"/>
          </p:cNvSpPr>
          <p:nvPr>
            <p:custDataLst>
              <p:tags r:id="rId397"/>
            </p:custDataLst>
          </p:nvPr>
        </p:nvSpPr>
        <p:spPr>
          <a:xfrm rot="-10718549">
            <a:off x="4096000" y="1761049"/>
            <a:ext cx="377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95" name="椭圆 394"/>
          <p:cNvSpPr>
            <a:spLocks noGrp="1"/>
          </p:cNvSpPr>
          <p:nvPr>
            <p:custDataLst>
              <p:tags r:id="rId398"/>
            </p:custDataLst>
          </p:nvPr>
        </p:nvSpPr>
        <p:spPr>
          <a:xfrm>
            <a:off x="4082631" y="174394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396" name="直接连接符 395"/>
          <p:cNvSpPr>
            <a:spLocks noGrp="1"/>
          </p:cNvSpPr>
          <p:nvPr>
            <p:custDataLst>
              <p:tags r:id="rId399"/>
            </p:custDataLst>
          </p:nvPr>
        </p:nvSpPr>
        <p:spPr>
          <a:xfrm rot="2700000">
            <a:off x="4083998" y="176100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97" name="直接连接符 396"/>
          <p:cNvSpPr>
            <a:spLocks noGrp="1"/>
          </p:cNvSpPr>
          <p:nvPr>
            <p:custDataLst>
              <p:tags r:id="rId400"/>
            </p:custDataLst>
          </p:nvPr>
        </p:nvSpPr>
        <p:spPr>
          <a:xfrm rot="8100000">
            <a:off x="4083998" y="1761004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398" name="直接连接符 397"/>
          <p:cNvSpPr>
            <a:spLocks noGrp="1"/>
          </p:cNvSpPr>
          <p:nvPr>
            <p:custDataLst>
              <p:tags r:id="rId401"/>
            </p:custDataLst>
          </p:nvPr>
        </p:nvSpPr>
        <p:spPr>
          <a:xfrm rot="8056397">
            <a:off x="4238387" y="1761603"/>
            <a:ext cx="4943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399" name="椭圆 398"/>
          <p:cNvSpPr>
            <a:spLocks noGrp="1"/>
          </p:cNvSpPr>
          <p:nvPr>
            <p:custDataLst>
              <p:tags r:id="rId402"/>
            </p:custDataLst>
          </p:nvPr>
        </p:nvSpPr>
        <p:spPr>
          <a:xfrm>
            <a:off x="4225439" y="1742688"/>
            <a:ext cx="34290" cy="34290"/>
          </a:xfrm>
          <a:prstGeom prst="ellipse">
            <a:avLst/>
          </a:prstGeom>
          <a:noFill/>
          <a:ln w="15240">
            <a:solidFill>
              <a:srgbClr val="009B48"/>
            </a:solidFill>
          </a:ln>
        </p:spPr>
      </p:sp>
      <p:sp>
        <p:nvSpPr>
          <p:cNvPr id="400" name="直接连接符 399"/>
          <p:cNvSpPr>
            <a:spLocks noGrp="1"/>
          </p:cNvSpPr>
          <p:nvPr>
            <p:custDataLst>
              <p:tags r:id="rId403"/>
            </p:custDataLst>
          </p:nvPr>
        </p:nvSpPr>
        <p:spPr>
          <a:xfrm rot="2700000">
            <a:off x="4227131" y="1763372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01" name="直接连接符 400"/>
          <p:cNvSpPr>
            <a:spLocks noGrp="1"/>
          </p:cNvSpPr>
          <p:nvPr>
            <p:custDataLst>
              <p:tags r:id="rId404"/>
            </p:custDataLst>
          </p:nvPr>
        </p:nvSpPr>
        <p:spPr>
          <a:xfrm rot="8100000">
            <a:off x="4227131" y="1763372"/>
            <a:ext cx="24003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02" name="矩形 401"/>
          <p:cNvSpPr>
            <a:spLocks noGrp="1"/>
          </p:cNvSpPr>
          <p:nvPr>
            <p:custDataLst>
              <p:tags r:id="rId405"/>
            </p:custDataLst>
          </p:nvPr>
        </p:nvSpPr>
        <p:spPr>
          <a:xfrm>
            <a:off x="3965811" y="1732576"/>
            <a:ext cx="400847" cy="431682"/>
          </a:xfrm>
          <a:prstGeom prst="rect">
            <a:avLst/>
          </a:prstGeom>
          <a:noFill/>
          <a:ln w="15240">
            <a:solidFill>
              <a:srgbClr val="087B7C"/>
            </a:solidFill>
          </a:ln>
        </p:spPr>
        <p:txBody>
          <a:bodyPr/>
          <a:p>
            <a:endParaRPr lang="zh-CN" altLang="en-US"/>
          </a:p>
        </p:txBody>
      </p:sp>
      <p:sp>
        <p:nvSpPr>
          <p:cNvPr id="403" name="矩形 402"/>
          <p:cNvSpPr>
            <a:spLocks noGrp="1"/>
          </p:cNvSpPr>
          <p:nvPr>
            <p:custDataLst>
              <p:tags r:id="rId406"/>
            </p:custDataLst>
          </p:nvPr>
        </p:nvSpPr>
        <p:spPr>
          <a:xfrm>
            <a:off x="3486150" y="3000375"/>
            <a:ext cx="1428750" cy="19431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57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94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背部局部放大</a:t>
            </a:r>
            <a:endParaRPr sz="94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99" name="图片 898"/>
          <p:cNvPicPr>
            <a:picLocks noChangeAspect="1"/>
          </p:cNvPicPr>
          <p:nvPr>
            <p:custDataLst>
              <p:tags r:id="rId407"/>
            </p:custDataLst>
          </p:nvPr>
        </p:nvPicPr>
        <p:blipFill>
          <a:blip r:embed="rId408"/>
          <a:stretch>
            <a:fillRect/>
          </a:stretch>
        </p:blipFill>
        <p:spPr>
          <a:xfrm>
            <a:off x="3486150" y="3211830"/>
            <a:ext cx="1400175" cy="1507881"/>
          </a:xfrm>
          <a:prstGeom prst="rect">
            <a:avLst/>
          </a:prstGeom>
        </p:spPr>
      </p:pic>
      <p:sp>
        <p:nvSpPr>
          <p:cNvPr id="405" name="直接连接符 404"/>
          <p:cNvSpPr>
            <a:spLocks noGrp="1"/>
          </p:cNvSpPr>
          <p:nvPr>
            <p:custDataLst>
              <p:tags r:id="rId409"/>
            </p:custDataLst>
          </p:nvPr>
        </p:nvSpPr>
        <p:spPr>
          <a:xfrm rot="9754950">
            <a:off x="4172162" y="3316650"/>
            <a:ext cx="15630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06" name="椭圆 405"/>
          <p:cNvSpPr>
            <a:spLocks noGrp="1"/>
          </p:cNvSpPr>
          <p:nvPr>
            <p:custDataLst>
              <p:tags r:id="rId410"/>
            </p:custDataLst>
          </p:nvPr>
        </p:nvSpPr>
        <p:spPr>
          <a:xfrm>
            <a:off x="4153144" y="328002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07" name="直接连接符 406"/>
          <p:cNvSpPr>
            <a:spLocks noGrp="1"/>
          </p:cNvSpPr>
          <p:nvPr>
            <p:custDataLst>
              <p:tags r:id="rId411"/>
            </p:custDataLst>
          </p:nvPr>
        </p:nvSpPr>
        <p:spPr>
          <a:xfrm rot="2700000">
            <a:off x="4148518" y="331898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08" name="直接连接符 407"/>
          <p:cNvSpPr>
            <a:spLocks noGrp="1"/>
          </p:cNvSpPr>
          <p:nvPr>
            <p:custDataLst>
              <p:tags r:id="rId412"/>
            </p:custDataLst>
          </p:nvPr>
        </p:nvSpPr>
        <p:spPr>
          <a:xfrm rot="8100000">
            <a:off x="4148518" y="331898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09" name="直接连接符 408"/>
          <p:cNvSpPr>
            <a:spLocks noGrp="1"/>
          </p:cNvSpPr>
          <p:nvPr>
            <p:custDataLst>
              <p:tags r:id="rId413"/>
            </p:custDataLst>
          </p:nvPr>
        </p:nvSpPr>
        <p:spPr>
          <a:xfrm rot="7023364">
            <a:off x="3921267" y="3645748"/>
            <a:ext cx="1886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10" name="椭圆 409"/>
          <p:cNvSpPr>
            <a:spLocks noGrp="1"/>
          </p:cNvSpPr>
          <p:nvPr>
            <p:custDataLst>
              <p:tags r:id="rId414"/>
            </p:custDataLst>
          </p:nvPr>
        </p:nvSpPr>
        <p:spPr>
          <a:xfrm>
            <a:off x="3900701" y="360305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11" name="直接连接符 410"/>
          <p:cNvSpPr>
            <a:spLocks noGrp="1"/>
          </p:cNvSpPr>
          <p:nvPr>
            <p:custDataLst>
              <p:tags r:id="rId415"/>
            </p:custDataLst>
          </p:nvPr>
        </p:nvSpPr>
        <p:spPr>
          <a:xfrm rot="2700000">
            <a:off x="3902407" y="365414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12" name="直接连接符 411"/>
          <p:cNvSpPr>
            <a:spLocks noGrp="1"/>
          </p:cNvSpPr>
          <p:nvPr>
            <p:custDataLst>
              <p:tags r:id="rId416"/>
            </p:custDataLst>
          </p:nvPr>
        </p:nvSpPr>
        <p:spPr>
          <a:xfrm rot="8100000">
            <a:off x="3902407" y="365414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13" name="直接连接符 412"/>
          <p:cNvSpPr>
            <a:spLocks noGrp="1"/>
          </p:cNvSpPr>
          <p:nvPr>
            <p:custDataLst>
              <p:tags r:id="rId417"/>
            </p:custDataLst>
          </p:nvPr>
        </p:nvSpPr>
        <p:spPr>
          <a:xfrm rot="5335606">
            <a:off x="4425456" y="3648887"/>
            <a:ext cx="2663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14" name="椭圆 413"/>
          <p:cNvSpPr>
            <a:spLocks noGrp="1"/>
          </p:cNvSpPr>
          <p:nvPr>
            <p:custDataLst>
              <p:tags r:id="rId418"/>
            </p:custDataLst>
          </p:nvPr>
        </p:nvSpPr>
        <p:spPr>
          <a:xfrm>
            <a:off x="4404234" y="3601282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15" name="直接连接符 414"/>
          <p:cNvSpPr>
            <a:spLocks noGrp="1"/>
          </p:cNvSpPr>
          <p:nvPr>
            <p:custDataLst>
              <p:tags r:id="rId419"/>
            </p:custDataLst>
          </p:nvPr>
        </p:nvSpPr>
        <p:spPr>
          <a:xfrm rot="2700000">
            <a:off x="4415020" y="366220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16" name="直接连接符 415"/>
          <p:cNvSpPr>
            <a:spLocks noGrp="1"/>
          </p:cNvSpPr>
          <p:nvPr>
            <p:custDataLst>
              <p:tags r:id="rId420"/>
            </p:custDataLst>
          </p:nvPr>
        </p:nvSpPr>
        <p:spPr>
          <a:xfrm rot="8100000">
            <a:off x="4415020" y="3662203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17" name="直接连接符 416"/>
          <p:cNvSpPr>
            <a:spLocks noGrp="1"/>
          </p:cNvSpPr>
          <p:nvPr>
            <p:custDataLst>
              <p:tags r:id="rId421"/>
            </p:custDataLst>
          </p:nvPr>
        </p:nvSpPr>
        <p:spPr>
          <a:xfrm rot="3764910">
            <a:off x="4172257" y="3824658"/>
            <a:ext cx="2274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18" name="椭圆 417"/>
          <p:cNvSpPr>
            <a:spLocks noGrp="1"/>
          </p:cNvSpPr>
          <p:nvPr>
            <p:custDataLst>
              <p:tags r:id="rId422"/>
            </p:custDataLst>
          </p:nvPr>
        </p:nvSpPr>
        <p:spPr>
          <a:xfrm>
            <a:off x="4144133" y="3780256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19" name="直接连接符 418"/>
          <p:cNvSpPr>
            <a:spLocks noGrp="1"/>
          </p:cNvSpPr>
          <p:nvPr>
            <p:custDataLst>
              <p:tags r:id="rId423"/>
            </p:custDataLst>
          </p:nvPr>
        </p:nvSpPr>
        <p:spPr>
          <a:xfrm rot="2700000">
            <a:off x="4164837" y="383477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0" name="直接连接符 419"/>
          <p:cNvSpPr>
            <a:spLocks noGrp="1"/>
          </p:cNvSpPr>
          <p:nvPr>
            <p:custDataLst>
              <p:tags r:id="rId424"/>
            </p:custDataLst>
          </p:nvPr>
        </p:nvSpPr>
        <p:spPr>
          <a:xfrm rot="8100000">
            <a:off x="4164837" y="383477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1" name="直接连接符 420"/>
          <p:cNvSpPr>
            <a:spLocks noGrp="1"/>
          </p:cNvSpPr>
          <p:nvPr>
            <p:custDataLst>
              <p:tags r:id="rId425"/>
            </p:custDataLst>
          </p:nvPr>
        </p:nvSpPr>
        <p:spPr>
          <a:xfrm rot="5277700">
            <a:off x="3920659" y="3819208"/>
            <a:ext cx="1050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22" name="椭圆 421"/>
          <p:cNvSpPr>
            <a:spLocks noGrp="1"/>
          </p:cNvSpPr>
          <p:nvPr>
            <p:custDataLst>
              <p:tags r:id="rId426"/>
            </p:custDataLst>
          </p:nvPr>
        </p:nvSpPr>
        <p:spPr>
          <a:xfrm>
            <a:off x="3891436" y="377966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23" name="直接连接符 422"/>
          <p:cNvSpPr>
            <a:spLocks noGrp="1"/>
          </p:cNvSpPr>
          <p:nvPr>
            <p:custDataLst>
              <p:tags r:id="rId427"/>
            </p:custDataLst>
          </p:nvPr>
        </p:nvSpPr>
        <p:spPr>
          <a:xfrm rot="2700000">
            <a:off x="3902097" y="382445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4" name="直接连接符 423"/>
          <p:cNvSpPr>
            <a:spLocks noGrp="1"/>
          </p:cNvSpPr>
          <p:nvPr>
            <p:custDataLst>
              <p:tags r:id="rId428"/>
            </p:custDataLst>
          </p:nvPr>
        </p:nvSpPr>
        <p:spPr>
          <a:xfrm rot="8100000">
            <a:off x="3902097" y="3824459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5" name="直接连接符 424"/>
          <p:cNvSpPr>
            <a:spLocks noGrp="1"/>
          </p:cNvSpPr>
          <p:nvPr>
            <p:custDataLst>
              <p:tags r:id="rId429"/>
            </p:custDataLst>
          </p:nvPr>
        </p:nvSpPr>
        <p:spPr>
          <a:xfrm rot="5612242">
            <a:off x="4424006" y="3824008"/>
            <a:ext cx="2790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26" name="椭圆 425"/>
          <p:cNvSpPr>
            <a:spLocks noGrp="1"/>
          </p:cNvSpPr>
          <p:nvPr>
            <p:custDataLst>
              <p:tags r:id="rId430"/>
            </p:custDataLst>
          </p:nvPr>
        </p:nvSpPr>
        <p:spPr>
          <a:xfrm>
            <a:off x="4404530" y="3775792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27" name="直接连接符 426"/>
          <p:cNvSpPr>
            <a:spLocks noGrp="1"/>
          </p:cNvSpPr>
          <p:nvPr>
            <p:custDataLst>
              <p:tags r:id="rId431"/>
            </p:custDataLst>
          </p:nvPr>
        </p:nvSpPr>
        <p:spPr>
          <a:xfrm rot="2700000">
            <a:off x="4413095" y="383793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8" name="直接连接符 427"/>
          <p:cNvSpPr>
            <a:spLocks noGrp="1"/>
          </p:cNvSpPr>
          <p:nvPr>
            <p:custDataLst>
              <p:tags r:id="rId432"/>
            </p:custDataLst>
          </p:nvPr>
        </p:nvSpPr>
        <p:spPr>
          <a:xfrm rot="8100000">
            <a:off x="4413095" y="383793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29" name="直接连接符 428"/>
          <p:cNvSpPr>
            <a:spLocks noGrp="1"/>
          </p:cNvSpPr>
          <p:nvPr>
            <p:custDataLst>
              <p:tags r:id="rId433"/>
            </p:custDataLst>
          </p:nvPr>
        </p:nvSpPr>
        <p:spPr>
          <a:xfrm rot="2915228">
            <a:off x="4181657" y="4124914"/>
            <a:ext cx="1964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30" name="椭圆 429"/>
          <p:cNvSpPr>
            <a:spLocks noGrp="1"/>
          </p:cNvSpPr>
          <p:nvPr>
            <p:custDataLst>
              <p:tags r:id="rId434"/>
            </p:custDataLst>
          </p:nvPr>
        </p:nvSpPr>
        <p:spPr>
          <a:xfrm>
            <a:off x="4150692" y="408325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31" name="直接连接符 430"/>
          <p:cNvSpPr>
            <a:spLocks noGrp="1"/>
          </p:cNvSpPr>
          <p:nvPr>
            <p:custDataLst>
              <p:tags r:id="rId435"/>
            </p:custDataLst>
          </p:nvPr>
        </p:nvSpPr>
        <p:spPr>
          <a:xfrm rot="2700000">
            <a:off x="4173973" y="413228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32" name="直接连接符 431"/>
          <p:cNvSpPr>
            <a:spLocks noGrp="1"/>
          </p:cNvSpPr>
          <p:nvPr>
            <p:custDataLst>
              <p:tags r:id="rId436"/>
            </p:custDataLst>
          </p:nvPr>
        </p:nvSpPr>
        <p:spPr>
          <a:xfrm rot="8100000">
            <a:off x="4173973" y="413228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33" name="直接连接符 432"/>
          <p:cNvSpPr>
            <a:spLocks noGrp="1"/>
          </p:cNvSpPr>
          <p:nvPr>
            <p:custDataLst>
              <p:tags r:id="rId437"/>
            </p:custDataLst>
          </p:nvPr>
        </p:nvSpPr>
        <p:spPr>
          <a:xfrm rot="2026926">
            <a:off x="3932557" y="4130798"/>
            <a:ext cx="1378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34" name="椭圆 433"/>
          <p:cNvSpPr>
            <a:spLocks noGrp="1"/>
          </p:cNvSpPr>
          <p:nvPr>
            <p:custDataLst>
              <p:tags r:id="rId438"/>
            </p:custDataLst>
          </p:nvPr>
        </p:nvSpPr>
        <p:spPr>
          <a:xfrm>
            <a:off x="3899430" y="4092676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35" name="直接连接符 434"/>
          <p:cNvSpPr>
            <a:spLocks noGrp="1"/>
          </p:cNvSpPr>
          <p:nvPr>
            <p:custDataLst>
              <p:tags r:id="rId439"/>
            </p:custDataLst>
          </p:nvPr>
        </p:nvSpPr>
        <p:spPr>
          <a:xfrm rot="2700000">
            <a:off x="3921174" y="413463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36" name="直接连接符 435"/>
          <p:cNvSpPr>
            <a:spLocks noGrp="1"/>
          </p:cNvSpPr>
          <p:nvPr>
            <p:custDataLst>
              <p:tags r:id="rId440"/>
            </p:custDataLst>
          </p:nvPr>
        </p:nvSpPr>
        <p:spPr>
          <a:xfrm rot="8100000">
            <a:off x="3921174" y="413463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37" name="直接连接符 436"/>
          <p:cNvSpPr>
            <a:spLocks noGrp="1"/>
          </p:cNvSpPr>
          <p:nvPr>
            <p:custDataLst>
              <p:tags r:id="rId441"/>
            </p:custDataLst>
          </p:nvPr>
        </p:nvSpPr>
        <p:spPr>
          <a:xfrm rot="4563368">
            <a:off x="4427903" y="4125943"/>
            <a:ext cx="2714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38" name="椭圆 437"/>
          <p:cNvSpPr>
            <a:spLocks noGrp="1"/>
          </p:cNvSpPr>
          <p:nvPr>
            <p:custDataLst>
              <p:tags r:id="rId442"/>
            </p:custDataLst>
          </p:nvPr>
        </p:nvSpPr>
        <p:spPr>
          <a:xfrm>
            <a:off x="4403916" y="4078479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39" name="直接连接符 438"/>
          <p:cNvSpPr>
            <a:spLocks noGrp="1"/>
          </p:cNvSpPr>
          <p:nvPr>
            <p:custDataLst>
              <p:tags r:id="rId443"/>
            </p:custDataLst>
          </p:nvPr>
        </p:nvSpPr>
        <p:spPr>
          <a:xfrm rot="2700000">
            <a:off x="4420745" y="413911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40" name="直接连接符 439"/>
          <p:cNvSpPr>
            <a:spLocks noGrp="1"/>
          </p:cNvSpPr>
          <p:nvPr>
            <p:custDataLst>
              <p:tags r:id="rId444"/>
            </p:custDataLst>
          </p:nvPr>
        </p:nvSpPr>
        <p:spPr>
          <a:xfrm rot="8100000">
            <a:off x="4420745" y="413911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41" name="直接连接符 440"/>
          <p:cNvSpPr>
            <a:spLocks noGrp="1"/>
          </p:cNvSpPr>
          <p:nvPr>
            <p:custDataLst>
              <p:tags r:id="rId445"/>
            </p:custDataLst>
          </p:nvPr>
        </p:nvSpPr>
        <p:spPr>
          <a:xfrm rot="2136852">
            <a:off x="4184486" y="4388204"/>
            <a:ext cx="19439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42" name="椭圆 441"/>
          <p:cNvSpPr>
            <a:spLocks noGrp="1"/>
          </p:cNvSpPr>
          <p:nvPr>
            <p:custDataLst>
              <p:tags r:id="rId446"/>
            </p:custDataLst>
          </p:nvPr>
        </p:nvSpPr>
        <p:spPr>
          <a:xfrm>
            <a:off x="4152014" y="4348254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43" name="直接连接符 442"/>
          <p:cNvSpPr>
            <a:spLocks noGrp="1"/>
          </p:cNvSpPr>
          <p:nvPr>
            <p:custDataLst>
              <p:tags r:id="rId447"/>
            </p:custDataLst>
          </p:nvPr>
        </p:nvSpPr>
        <p:spPr>
          <a:xfrm rot="2700000">
            <a:off x="4178104" y="439386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44" name="直接连接符 443"/>
          <p:cNvSpPr>
            <a:spLocks noGrp="1"/>
          </p:cNvSpPr>
          <p:nvPr>
            <p:custDataLst>
              <p:tags r:id="rId448"/>
            </p:custDataLst>
          </p:nvPr>
        </p:nvSpPr>
        <p:spPr>
          <a:xfrm rot="8100000">
            <a:off x="4178104" y="4393864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45" name="直接连接符 444"/>
          <p:cNvSpPr>
            <a:spLocks noGrp="1"/>
          </p:cNvSpPr>
          <p:nvPr>
            <p:custDataLst>
              <p:tags r:id="rId449"/>
            </p:custDataLst>
          </p:nvPr>
        </p:nvSpPr>
        <p:spPr>
          <a:xfrm rot="3371760">
            <a:off x="3915405" y="4397018"/>
            <a:ext cx="14626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46" name="椭圆 445"/>
          <p:cNvSpPr>
            <a:spLocks noGrp="1"/>
          </p:cNvSpPr>
          <p:nvPr>
            <p:custDataLst>
              <p:tags r:id="rId450"/>
            </p:custDataLst>
          </p:nvPr>
        </p:nvSpPr>
        <p:spPr>
          <a:xfrm>
            <a:off x="3884359" y="4356652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47" name="直接连接符 446"/>
          <p:cNvSpPr>
            <a:spLocks noGrp="1"/>
          </p:cNvSpPr>
          <p:nvPr>
            <p:custDataLst>
              <p:tags r:id="rId451"/>
            </p:custDataLst>
          </p:nvPr>
        </p:nvSpPr>
        <p:spPr>
          <a:xfrm rot="2700000">
            <a:off x="3902784" y="440309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48" name="直接连接符 447"/>
          <p:cNvSpPr>
            <a:spLocks noGrp="1"/>
          </p:cNvSpPr>
          <p:nvPr>
            <p:custDataLst>
              <p:tags r:id="rId452"/>
            </p:custDataLst>
          </p:nvPr>
        </p:nvSpPr>
        <p:spPr>
          <a:xfrm rot="8100000">
            <a:off x="3902784" y="440309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49" name="直接连接符 448"/>
          <p:cNvSpPr>
            <a:spLocks noGrp="1"/>
          </p:cNvSpPr>
          <p:nvPr>
            <p:custDataLst>
              <p:tags r:id="rId453"/>
            </p:custDataLst>
          </p:nvPr>
        </p:nvSpPr>
        <p:spPr>
          <a:xfrm rot="3635702">
            <a:off x="4449374" y="4386263"/>
            <a:ext cx="1872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50" name="椭圆 449"/>
          <p:cNvSpPr>
            <a:spLocks noGrp="1"/>
          </p:cNvSpPr>
          <p:nvPr>
            <p:custDataLst>
              <p:tags r:id="rId454"/>
            </p:custDataLst>
          </p:nvPr>
        </p:nvSpPr>
        <p:spPr>
          <a:xfrm>
            <a:off x="4419850" y="4343817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51" name="直接连接符 450"/>
          <p:cNvSpPr>
            <a:spLocks noGrp="1"/>
          </p:cNvSpPr>
          <p:nvPr>
            <p:custDataLst>
              <p:tags r:id="rId455"/>
            </p:custDataLst>
          </p:nvPr>
        </p:nvSpPr>
        <p:spPr>
          <a:xfrm rot="2700000">
            <a:off x="4439331" y="439442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52" name="直接连接符 451"/>
          <p:cNvSpPr>
            <a:spLocks noGrp="1"/>
          </p:cNvSpPr>
          <p:nvPr>
            <p:custDataLst>
              <p:tags r:id="rId456"/>
            </p:custDataLst>
          </p:nvPr>
        </p:nvSpPr>
        <p:spPr>
          <a:xfrm rot="8100000">
            <a:off x="4439331" y="439442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53" name="直接连接符 452"/>
          <p:cNvSpPr>
            <a:spLocks noGrp="1"/>
          </p:cNvSpPr>
          <p:nvPr>
            <p:custDataLst>
              <p:tags r:id="rId457"/>
            </p:custDataLst>
          </p:nvPr>
        </p:nvSpPr>
        <p:spPr>
          <a:xfrm rot="2988269">
            <a:off x="3913748" y="4600504"/>
            <a:ext cx="13361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54" name="椭圆 453"/>
          <p:cNvSpPr>
            <a:spLocks noGrp="1"/>
          </p:cNvSpPr>
          <p:nvPr>
            <p:custDataLst>
              <p:tags r:id="rId458"/>
            </p:custDataLst>
          </p:nvPr>
        </p:nvSpPr>
        <p:spPr>
          <a:xfrm>
            <a:off x="3881827" y="4561111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55" name="直接连接符 454"/>
          <p:cNvSpPr>
            <a:spLocks noGrp="1"/>
          </p:cNvSpPr>
          <p:nvPr>
            <p:custDataLst>
              <p:tags r:id="rId459"/>
            </p:custDataLst>
          </p:nvPr>
        </p:nvSpPr>
        <p:spPr>
          <a:xfrm rot="2700000">
            <a:off x="3900738" y="460560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56" name="直接连接符 455"/>
          <p:cNvSpPr>
            <a:spLocks noGrp="1"/>
          </p:cNvSpPr>
          <p:nvPr>
            <p:custDataLst>
              <p:tags r:id="rId460"/>
            </p:custDataLst>
          </p:nvPr>
        </p:nvSpPr>
        <p:spPr>
          <a:xfrm rot="8100000">
            <a:off x="3900738" y="4605607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57" name="直接连接符 456"/>
          <p:cNvSpPr>
            <a:spLocks noGrp="1"/>
          </p:cNvSpPr>
          <p:nvPr>
            <p:custDataLst>
              <p:tags r:id="rId461"/>
            </p:custDataLst>
          </p:nvPr>
        </p:nvSpPr>
        <p:spPr>
          <a:xfrm rot="2515322">
            <a:off x="4455959" y="4590424"/>
            <a:ext cx="10613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58" name="椭圆 457"/>
          <p:cNvSpPr>
            <a:spLocks noGrp="1"/>
          </p:cNvSpPr>
          <p:nvPr>
            <p:custDataLst>
              <p:tags r:id="rId462"/>
            </p:custDataLst>
          </p:nvPr>
        </p:nvSpPr>
        <p:spPr>
          <a:xfrm>
            <a:off x="4423027" y="4552588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59" name="直接连接符 458"/>
          <p:cNvSpPr>
            <a:spLocks noGrp="1"/>
          </p:cNvSpPr>
          <p:nvPr>
            <p:custDataLst>
              <p:tags r:id="rId463"/>
            </p:custDataLst>
          </p:nvPr>
        </p:nvSpPr>
        <p:spPr>
          <a:xfrm rot="2700000">
            <a:off x="4441211" y="459397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0" name="直接连接符 459"/>
          <p:cNvSpPr>
            <a:spLocks noGrp="1"/>
          </p:cNvSpPr>
          <p:nvPr>
            <p:custDataLst>
              <p:tags r:id="rId464"/>
            </p:custDataLst>
          </p:nvPr>
        </p:nvSpPr>
        <p:spPr>
          <a:xfrm rot="8100000">
            <a:off x="4441211" y="4593970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1" name="直接连接符 460"/>
          <p:cNvSpPr>
            <a:spLocks noGrp="1"/>
          </p:cNvSpPr>
          <p:nvPr>
            <p:custDataLst>
              <p:tags r:id="rId465"/>
            </p:custDataLst>
          </p:nvPr>
        </p:nvSpPr>
        <p:spPr>
          <a:xfrm rot="-10073631">
            <a:off x="3728848" y="3343917"/>
            <a:ext cx="11115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62" name="椭圆 461"/>
          <p:cNvSpPr>
            <a:spLocks noGrp="1"/>
          </p:cNvSpPr>
          <p:nvPr>
            <p:custDataLst>
              <p:tags r:id="rId466"/>
            </p:custDataLst>
          </p:nvPr>
        </p:nvSpPr>
        <p:spPr>
          <a:xfrm>
            <a:off x="3705550" y="3310793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63" name="直接连接符 462"/>
          <p:cNvSpPr>
            <a:spLocks noGrp="1"/>
          </p:cNvSpPr>
          <p:nvPr>
            <p:custDataLst>
              <p:tags r:id="rId467"/>
            </p:custDataLst>
          </p:nvPr>
        </p:nvSpPr>
        <p:spPr>
          <a:xfrm rot="2700000">
            <a:off x="3704968" y="334275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4" name="直接连接符 463"/>
          <p:cNvSpPr>
            <a:spLocks noGrp="1"/>
          </p:cNvSpPr>
          <p:nvPr>
            <p:custDataLst>
              <p:tags r:id="rId468"/>
            </p:custDataLst>
          </p:nvPr>
        </p:nvSpPr>
        <p:spPr>
          <a:xfrm rot="8100000">
            <a:off x="3704968" y="3342752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5" name="直接连接符 464"/>
          <p:cNvSpPr>
            <a:spLocks noGrp="1"/>
          </p:cNvSpPr>
          <p:nvPr>
            <p:custDataLst>
              <p:tags r:id="rId469"/>
            </p:custDataLst>
          </p:nvPr>
        </p:nvSpPr>
        <p:spPr>
          <a:xfrm rot="8087899">
            <a:off x="4653565" y="3357395"/>
            <a:ext cx="24528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66" name="椭圆 465"/>
          <p:cNvSpPr>
            <a:spLocks noGrp="1"/>
          </p:cNvSpPr>
          <p:nvPr>
            <p:custDataLst>
              <p:tags r:id="rId470"/>
            </p:custDataLst>
          </p:nvPr>
        </p:nvSpPr>
        <p:spPr>
          <a:xfrm>
            <a:off x="4640180" y="3314402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67" name="直接连接符 466"/>
          <p:cNvSpPr>
            <a:spLocks noGrp="1"/>
          </p:cNvSpPr>
          <p:nvPr>
            <p:custDataLst>
              <p:tags r:id="rId471"/>
            </p:custDataLst>
          </p:nvPr>
        </p:nvSpPr>
        <p:spPr>
          <a:xfrm rot="2700000">
            <a:off x="4633184" y="3366098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8" name="直接连接符 467"/>
          <p:cNvSpPr>
            <a:spLocks noGrp="1"/>
          </p:cNvSpPr>
          <p:nvPr>
            <p:custDataLst>
              <p:tags r:id="rId472"/>
            </p:custDataLst>
          </p:nvPr>
        </p:nvSpPr>
        <p:spPr>
          <a:xfrm rot="8100000">
            <a:off x="4633184" y="3366098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69" name="直接连接符 468"/>
          <p:cNvSpPr>
            <a:spLocks noGrp="1"/>
          </p:cNvSpPr>
          <p:nvPr>
            <p:custDataLst>
              <p:tags r:id="rId473"/>
            </p:custDataLst>
          </p:nvPr>
        </p:nvSpPr>
        <p:spPr>
          <a:xfrm rot="-10718549">
            <a:off x="3940902" y="3311287"/>
            <a:ext cx="13194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70" name="椭圆 469"/>
          <p:cNvSpPr>
            <a:spLocks noGrp="1"/>
          </p:cNvSpPr>
          <p:nvPr>
            <p:custDataLst>
              <p:tags r:id="rId474"/>
            </p:custDataLst>
          </p:nvPr>
        </p:nvSpPr>
        <p:spPr>
          <a:xfrm>
            <a:off x="3919805" y="3277153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71" name="直接连接符 470"/>
          <p:cNvSpPr>
            <a:spLocks noGrp="1"/>
          </p:cNvSpPr>
          <p:nvPr>
            <p:custDataLst>
              <p:tags r:id="rId475"/>
            </p:custDataLst>
          </p:nvPr>
        </p:nvSpPr>
        <p:spPr>
          <a:xfrm rot="2700000">
            <a:off x="3916901" y="331113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72" name="直接连接符 471"/>
          <p:cNvSpPr>
            <a:spLocks noGrp="1"/>
          </p:cNvSpPr>
          <p:nvPr>
            <p:custDataLst>
              <p:tags r:id="rId476"/>
            </p:custDataLst>
          </p:nvPr>
        </p:nvSpPr>
        <p:spPr>
          <a:xfrm rot="8100000">
            <a:off x="3916901" y="3311131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73" name="直接连接符 472"/>
          <p:cNvSpPr>
            <a:spLocks noGrp="1"/>
          </p:cNvSpPr>
          <p:nvPr>
            <p:custDataLst>
              <p:tags r:id="rId477"/>
            </p:custDataLst>
          </p:nvPr>
        </p:nvSpPr>
        <p:spPr>
          <a:xfrm rot="8056397">
            <a:off x="4438267" y="3313223"/>
            <a:ext cx="17267" cy="0"/>
          </a:xfrm>
          <a:prstGeom prst="line">
            <a:avLst/>
          </a:prstGeom>
          <a:noFill/>
          <a:ln w="14288">
            <a:solidFill>
              <a:srgbClr val="E2AF00"/>
            </a:solidFill>
          </a:ln>
        </p:spPr>
      </p:sp>
      <p:sp>
        <p:nvSpPr>
          <p:cNvPr id="474" name="椭圆 473"/>
          <p:cNvSpPr>
            <a:spLocks noGrp="1"/>
          </p:cNvSpPr>
          <p:nvPr>
            <p:custDataLst>
              <p:tags r:id="rId478"/>
            </p:custDataLst>
          </p:nvPr>
        </p:nvSpPr>
        <p:spPr>
          <a:xfrm>
            <a:off x="4418637" y="3272752"/>
            <a:ext cx="68580" cy="68580"/>
          </a:xfrm>
          <a:prstGeom prst="ellipse">
            <a:avLst/>
          </a:prstGeom>
          <a:noFill/>
          <a:ln w="21908">
            <a:solidFill>
              <a:srgbClr val="009B48"/>
            </a:solidFill>
          </a:ln>
        </p:spPr>
      </p:sp>
      <p:sp>
        <p:nvSpPr>
          <p:cNvPr id="475" name="直接连接符 474"/>
          <p:cNvSpPr>
            <a:spLocks noGrp="1"/>
          </p:cNvSpPr>
          <p:nvPr>
            <p:custDataLst>
              <p:tags r:id="rId479"/>
            </p:custDataLst>
          </p:nvPr>
        </p:nvSpPr>
        <p:spPr>
          <a:xfrm rot="2700000">
            <a:off x="4416871" y="331940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76" name="直接连接符 475"/>
          <p:cNvSpPr>
            <a:spLocks noGrp="1"/>
          </p:cNvSpPr>
          <p:nvPr>
            <p:custDataLst>
              <p:tags r:id="rId480"/>
            </p:custDataLst>
          </p:nvPr>
        </p:nvSpPr>
        <p:spPr>
          <a:xfrm rot="8100000">
            <a:off x="4416871" y="3319405"/>
            <a:ext cx="48006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77" name="直接连接符 476"/>
          <p:cNvSpPr>
            <a:spLocks noGrp="1"/>
          </p:cNvSpPr>
          <p:nvPr/>
        </p:nvSpPr>
        <p:spPr>
          <a:xfrm>
            <a:off x="5086350" y="1040130"/>
            <a:ext cx="0" cy="3646170"/>
          </a:xfrm>
          <a:prstGeom prst="line">
            <a:avLst/>
          </a:prstGeom>
          <a:noFill/>
          <a:ln w="12383">
            <a:solidFill>
              <a:srgbClr val="D3DDDF"/>
            </a:solidFill>
          </a:ln>
        </p:spPr>
      </p:sp>
      <p:sp>
        <p:nvSpPr>
          <p:cNvPr id="478" name="矩形 477"/>
          <p:cNvSpPr>
            <a:spLocks noGrp="1"/>
          </p:cNvSpPr>
          <p:nvPr/>
        </p:nvSpPr>
        <p:spPr>
          <a:xfrm>
            <a:off x="5314950" y="1034415"/>
            <a:ext cx="3429000" cy="257175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2250" b="1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350" b="1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完整测试集结果</a:t>
            </a:r>
            <a:endParaRPr sz="1350" b="1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974" name="表格 973"/>
          <p:cNvGraphicFramePr/>
          <p:nvPr/>
        </p:nvGraphicFramePr>
        <p:xfrm>
          <a:off x="5314950" y="1423035"/>
          <a:ext cx="3486150" cy="1645920"/>
        </p:xfrm>
        <a:graphic>
          <a:graphicData uri="http://schemas.openxmlformats.org/drawingml/2006/table">
            <a:tbl>
              <a:tblPr/>
              <a:tblGrid>
                <a:gridCol w="1028700"/>
                <a:gridCol w="571500"/>
                <a:gridCol w="942975"/>
                <a:gridCol w="942975"/>
              </a:tblGrid>
              <a:tr h="411480"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087B7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划分方式</a:t>
                      </a:r>
                      <a:endParaRPr sz="990" b="1">
                        <a:solidFill>
                          <a:srgbClr val="087B7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087B7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测试图</a:t>
                      </a:r>
                      <a:endParaRPr sz="990" b="1">
                        <a:solidFill>
                          <a:srgbClr val="087B7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087B7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平均2D</a:t>
                      </a:r>
                      <a:endParaRPr sz="990" b="1">
                        <a:solidFill>
                          <a:srgbClr val="087B7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990" b="1">
                          <a:solidFill>
                            <a:srgbClr val="087B7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像素</a:t>
                      </a:r>
                      <a:endParaRPr sz="990" b="1">
                        <a:solidFill>
                          <a:srgbClr val="087B7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7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90" b="1">
                          <a:solidFill>
                            <a:srgbClr val="087B7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平均3D</a:t>
                      </a:r>
                      <a:endParaRPr sz="990" b="1">
                        <a:solidFill>
                          <a:srgbClr val="087B7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  <a:p>
                      <a:r>
                        <a:rPr sz="990" b="1">
                          <a:solidFill>
                            <a:srgbClr val="087B7C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毫米</a:t>
                      </a:r>
                      <a:endParaRPr sz="990" b="1">
                        <a:solidFill>
                          <a:srgbClr val="087B7C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0F7F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组合留出</a:t>
                      </a:r>
                      <a:endParaRPr sz="1080" b="0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62</a:t>
                      </a:r>
                      <a:endParaRPr sz="1080" b="0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3.212</a:t>
                      </a:r>
                      <a:endParaRPr sz="1350" b="1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6.012</a:t>
                      </a:r>
                      <a:endParaRPr sz="1350" b="1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体型留出</a:t>
                      </a:r>
                      <a:endParaRPr sz="1080" b="0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</a:t>
                      </a:r>
                      <a:endParaRPr sz="1080" b="0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3.353</a:t>
                      </a:r>
                      <a:endParaRPr sz="1350" b="1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6.281</a:t>
                      </a:r>
                      <a:endParaRPr sz="1350" b="1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姿势留出</a:t>
                      </a:r>
                      <a:endParaRPr sz="1080" b="0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80" b="0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65</a:t>
                      </a:r>
                      <a:endParaRPr sz="1080" b="0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4.400</a:t>
                      </a:r>
                      <a:endParaRPr sz="1350" b="1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41C20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8.193</a:t>
                      </a:r>
                      <a:endParaRPr sz="1350" b="1">
                        <a:solidFill>
                          <a:srgbClr val="141C20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54864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80" name="直接连接符 479"/>
          <p:cNvSpPr>
            <a:spLocks noGrp="1"/>
          </p:cNvSpPr>
          <p:nvPr/>
        </p:nvSpPr>
        <p:spPr>
          <a:xfrm>
            <a:off x="5314950" y="1834515"/>
            <a:ext cx="3486150" cy="0"/>
          </a:xfrm>
          <a:prstGeom prst="line">
            <a:avLst/>
          </a:prstGeom>
          <a:noFill/>
          <a:ln w="9525">
            <a:solidFill>
              <a:srgbClr val="DBE5E5"/>
            </a:solidFill>
          </a:ln>
        </p:spPr>
      </p:sp>
      <p:sp>
        <p:nvSpPr>
          <p:cNvPr id="481" name="直接连接符 480"/>
          <p:cNvSpPr>
            <a:spLocks noGrp="1"/>
          </p:cNvSpPr>
          <p:nvPr/>
        </p:nvSpPr>
        <p:spPr>
          <a:xfrm>
            <a:off x="5314950" y="2245995"/>
            <a:ext cx="3486150" cy="0"/>
          </a:xfrm>
          <a:prstGeom prst="line">
            <a:avLst/>
          </a:prstGeom>
          <a:noFill/>
          <a:ln w="9525">
            <a:solidFill>
              <a:srgbClr val="DBE5E5"/>
            </a:solidFill>
          </a:ln>
        </p:spPr>
      </p:sp>
      <p:sp>
        <p:nvSpPr>
          <p:cNvPr id="482" name="直接连接符 481"/>
          <p:cNvSpPr>
            <a:spLocks noGrp="1"/>
          </p:cNvSpPr>
          <p:nvPr/>
        </p:nvSpPr>
        <p:spPr>
          <a:xfrm>
            <a:off x="5314950" y="2657475"/>
            <a:ext cx="3486150" cy="0"/>
          </a:xfrm>
          <a:prstGeom prst="line">
            <a:avLst/>
          </a:prstGeom>
          <a:noFill/>
          <a:ln w="9525">
            <a:solidFill>
              <a:srgbClr val="DBE5E5"/>
            </a:solidFill>
          </a:ln>
        </p:spPr>
      </p:sp>
      <p:sp>
        <p:nvSpPr>
          <p:cNvPr id="483" name="直接连接符 482"/>
          <p:cNvSpPr>
            <a:spLocks noGrp="1"/>
          </p:cNvSpPr>
          <p:nvPr/>
        </p:nvSpPr>
        <p:spPr>
          <a:xfrm>
            <a:off x="5314950" y="3068955"/>
            <a:ext cx="3486150" cy="0"/>
          </a:xfrm>
          <a:prstGeom prst="line">
            <a:avLst/>
          </a:prstGeom>
          <a:noFill/>
          <a:ln w="19050">
            <a:solidFill>
              <a:srgbClr val="087B7C"/>
            </a:solidFill>
          </a:ln>
        </p:spPr>
      </p:sp>
      <p:sp>
        <p:nvSpPr>
          <p:cNvPr id="484" name="矩形 483"/>
          <p:cNvSpPr>
            <a:spLocks noGrp="1"/>
          </p:cNvSpPr>
          <p:nvPr/>
        </p:nvSpPr>
        <p:spPr>
          <a:xfrm>
            <a:off x="5314950" y="3171825"/>
            <a:ext cx="348615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统计全部测试图中的可见点</a:t>
            </a:r>
            <a:endParaRPr sz="103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5" name="矩形 484"/>
          <p:cNvSpPr>
            <a:spLocks noGrp="1"/>
          </p:cNvSpPr>
          <p:nvPr/>
        </p:nvSpPr>
        <p:spPr>
          <a:xfrm>
            <a:off x="5314950" y="3394710"/>
            <a:ext cx="3486150" cy="21717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52616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同一批360张数据，三种独立划分实验</a:t>
            </a:r>
            <a:endParaRPr sz="1035" b="0">
              <a:solidFill>
                <a:srgbClr val="52616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6" name="矩形 485"/>
          <p:cNvSpPr>
            <a:spLocks noGrp="1"/>
          </p:cNvSpPr>
          <p:nvPr/>
        </p:nvSpPr>
        <p:spPr>
          <a:xfrm>
            <a:off x="5314950" y="3686175"/>
            <a:ext cx="3486150" cy="20574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1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1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三维位置由预测二维位置结合深度恢复</a:t>
            </a:r>
            <a:endParaRPr sz="1035" b="1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7" name="矩形 486"/>
          <p:cNvSpPr>
            <a:spLocks noGrp="1"/>
          </p:cNvSpPr>
          <p:nvPr/>
        </p:nvSpPr>
        <p:spPr>
          <a:xfrm>
            <a:off x="5314950" y="3954780"/>
            <a:ext cx="3486150" cy="36576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800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80" b="1">
                <a:solidFill>
                  <a:srgbClr val="087B7C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RGB → 二维预测 → 场景深度 → 三维反投影</a:t>
            </a:r>
            <a:endParaRPr sz="1080" b="1">
              <a:solidFill>
                <a:srgbClr val="087B7C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88" name="椭圆 487"/>
          <p:cNvSpPr>
            <a:spLocks noGrp="1"/>
          </p:cNvSpPr>
          <p:nvPr/>
        </p:nvSpPr>
        <p:spPr>
          <a:xfrm>
            <a:off x="5383530" y="4451985"/>
            <a:ext cx="91440" cy="91440"/>
          </a:xfrm>
          <a:prstGeom prst="ellipse">
            <a:avLst/>
          </a:prstGeom>
          <a:noFill/>
          <a:ln w="19050">
            <a:solidFill>
              <a:srgbClr val="009B48"/>
            </a:solidFill>
          </a:ln>
        </p:spPr>
      </p:sp>
      <p:sp>
        <p:nvSpPr>
          <p:cNvPr id="489" name="矩形 488"/>
          <p:cNvSpPr>
            <a:spLocks noGrp="1"/>
          </p:cNvSpPr>
          <p:nvPr/>
        </p:nvSpPr>
        <p:spPr>
          <a:xfrm>
            <a:off x="5520690" y="4389120"/>
            <a:ext cx="828675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标签 GT</a:t>
            </a:r>
            <a:endParaRPr sz="1035" b="0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0" name="直接连接符 489"/>
          <p:cNvSpPr>
            <a:spLocks noGrp="1"/>
          </p:cNvSpPr>
          <p:nvPr/>
        </p:nvSpPr>
        <p:spPr>
          <a:xfrm rot="2700000">
            <a:off x="6515100" y="4497705"/>
            <a:ext cx="68580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91" name="直接连接符 490"/>
          <p:cNvSpPr>
            <a:spLocks noGrp="1"/>
          </p:cNvSpPr>
          <p:nvPr/>
        </p:nvSpPr>
        <p:spPr>
          <a:xfrm rot="8100000">
            <a:off x="6515100" y="4497705"/>
            <a:ext cx="68580" cy="0"/>
          </a:xfrm>
          <a:prstGeom prst="line">
            <a:avLst/>
          </a:prstGeom>
          <a:noFill/>
          <a:ln w="20955">
            <a:solidFill>
              <a:srgbClr val="DC2525"/>
            </a:solidFill>
          </a:ln>
        </p:spPr>
      </p:sp>
      <p:sp>
        <p:nvSpPr>
          <p:cNvPr id="492" name="矩形 491"/>
          <p:cNvSpPr>
            <a:spLocks noGrp="1"/>
          </p:cNvSpPr>
          <p:nvPr/>
        </p:nvSpPr>
        <p:spPr>
          <a:xfrm>
            <a:off x="6657975" y="4389120"/>
            <a:ext cx="101727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预测 Pred</a:t>
            </a:r>
            <a:endParaRPr sz="1035" b="0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93" name="直接连接符 492"/>
          <p:cNvSpPr>
            <a:spLocks noGrp="1"/>
          </p:cNvSpPr>
          <p:nvPr/>
        </p:nvSpPr>
        <p:spPr>
          <a:xfrm>
            <a:off x="7829550" y="4497705"/>
            <a:ext cx="148590" cy="0"/>
          </a:xfrm>
          <a:prstGeom prst="line">
            <a:avLst/>
          </a:prstGeom>
          <a:noFill/>
          <a:ln w="28575">
            <a:solidFill>
              <a:srgbClr val="E2AF00"/>
            </a:solidFill>
          </a:ln>
        </p:spPr>
      </p:sp>
      <p:sp>
        <p:nvSpPr>
          <p:cNvPr id="494" name="矩形 493"/>
          <p:cNvSpPr>
            <a:spLocks noGrp="1"/>
          </p:cNvSpPr>
          <p:nvPr/>
        </p:nvSpPr>
        <p:spPr>
          <a:xfrm>
            <a:off x="8041005" y="4389120"/>
            <a:ext cx="571500" cy="228600"/>
          </a:xfrm>
          <a:prstGeom prst="rect">
            <a:avLst/>
          </a:prstGeom>
          <a:noFill/>
          <a:ln w="0">
            <a:noFill/>
          </a:ln>
        </p:spPr>
        <p:txBody>
          <a:bodyPr>
            <a:noAutofit/>
          </a:bodyPr>
          <a:lstStyle/>
          <a:p>
            <a:pPr>
              <a:defRPr sz="172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035" b="0">
                <a:solidFill>
                  <a:srgbClr val="141C20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偏差</a:t>
            </a:r>
            <a:endParaRPr sz="1035" b="0">
              <a:solidFill>
                <a:srgbClr val="141C20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5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6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7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8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9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0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1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2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3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4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5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6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7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8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19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0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1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2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3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4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5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6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7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8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29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0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1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2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3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4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5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6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7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8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39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0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1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2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3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4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5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5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6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7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8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69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70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71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72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73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ags/tag474.xml><?xml version="1.0" encoding="utf-8"?>
<p:tagLst xmlns:p="http://schemas.openxmlformats.org/presentationml/2006/main">
  <p:tag name="KSO_WM_DIAGRAM_VIRTUALLY_FRAME" val="{&quot;height&quot;:292.8807874015748,&quot;left&quot;:22.5,&quot;top&quot;:78.75,&quot;width&quot;:369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WPS 演示</Application>
  <PresentationFormat>On-screen Show (4:3)</PresentationFormat>
  <Paragraphs>72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Arial Unicode MS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徐宏达</cp:lastModifiedBy>
  <cp:revision>2</cp:revision>
  <dcterms:created xsi:type="dcterms:W3CDTF">2013-01-27T09:14:00Z</dcterms:created>
  <dcterms:modified xsi:type="dcterms:W3CDTF">2026-09-04T11:23:25Z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2052-12.1.0.28505</vt:lpwstr>
  </property>
  <property fmtid="{D5CDD505-2E9C-101B-9397-08002B2CF9AE}" pid="3" name="ICV">
    <vt:lpwstr>FFC2BAFD6FF443E0A166D1CF856A1CAE_12</vt:lpwstr>
  </property>
</Properties>
</file>