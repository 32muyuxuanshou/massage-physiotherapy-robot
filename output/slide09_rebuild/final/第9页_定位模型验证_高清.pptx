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7189cc2c284dc3" /><Relationship Type="http://schemas.openxmlformats.org/officeDocument/2006/relationships/extended-properties" Target="/docProps/app.xml" Id="R665715256f7c4997" /><Relationship Type="http://schemas.openxmlformats.org/officeDocument/2006/relationships/officeDocument" Target="/ppt/presentation.xml" Id="R6283fae8beac4b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6a702c295e4dba"/>
  </p:sldMasterIdLst>
  <p:notesMasterIdLst>
    <p:notesMasterId xmlns:r="http://schemas.openxmlformats.org/officeDocument/2006/relationships" r:id="R1c09fa6ef17641c0"/>
  </p:notesMasterIdLst>
  <p:sldIdLst>
    <p:sldId xmlns:r="http://schemas.openxmlformats.org/officeDocument/2006/relationships" id="256" r:id="R51072181e7a24c2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c9cb08d2af4d08" /><Relationship Type="http://schemas.openxmlformats.org/officeDocument/2006/relationships/slideMaster" Target="/ppt/slideMasters/slideMaster1.xml" Id="R2c6a702c295e4dba" /><Relationship Type="http://schemas.openxmlformats.org/officeDocument/2006/relationships/notesMaster" Target="/ppt/notesMasters/notesMaster1.xml" Id="R1c09fa6ef17641c0" /><Relationship Type="http://schemas.openxmlformats.org/officeDocument/2006/relationships/presProps" Target="/ppt/presProps.xml" Id="Reeaeaa7f96dd4cf2" /><Relationship Type="http://schemas.openxmlformats.org/officeDocument/2006/relationships/tableStyles" Target="/ppt/tableStyles.xml" Id="Re1d09f3bd3594f3f" /><Relationship Type="http://schemas.openxmlformats.org/officeDocument/2006/relationships/slide" Target="/ppt/slides/slide1.xml" Id="R51072181e7a24c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bdeaaa01ae44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1b731392284bd9" /><Relationship Type="http://schemas.openxmlformats.org/officeDocument/2006/relationships/notesMaster" Target="/ppt/notesMasters/notesMaster1.xml" Id="Rb3f7bebe4a394d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数据来源：[{"split":"COMBINATION_HOLDOUT","sample":"PILOT_0111__C03_LONG_NARROW__D06_THORAX_EXTENSION_P4__NORMAL_MAIN__A06","selection":"Median-nearest mean visible 2D error within NORMAL_MAIN test subset","example_mean2d":2.262498505137391},{"split":"SHAPE_HOLDOUT","sample":"PILOT_0032__C06_THIN_NARROW__P2_HEAD_POS35__NORMAL_MAIN__A01","selection":"Median-nearest mean visible 2D error within NORMAL_MAIN test subset","example_mean2d":2.265359127278325},{"split":"POSE_HOLDOUT","sample":"PILOT_0103__C02_SHORT_NARROW_THIN__D01_SCAPULA_ABDUCTION_PAIR_P6__NORMAL_MAIN__A06","selection":"Median-nearest mean visible 2D error within NORMAL_MAIN test subset","example_mean2d":3.1307891308623765}]。统计来自2026-08-31_20-05-31_ENGINEERING_PILOT_BASELINE_V1的independent_evaluation.json；划分来自evaluation_splits_v1.json。绿色空心圆为GT，红叉为Pred，黄线连接真实坐标。底图仅裁剪，不生成或变形人体。3D为可见点预测UV+scene depth反投影误差；C4挑战集不在主测试均值内。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a960dcb2ee4d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f475e10c844e60" /><Relationship Type="http://schemas.openxmlformats.org/officeDocument/2006/relationships/slideLayout" Target="/ppt/slideLayouts/slideLayout1.xml" Id="Ra0c37f1603cb4d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c37f1603cb4d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bd82bccab41f4" /><Relationship Type="http://schemas.openxmlformats.org/officeDocument/2006/relationships/image" Target="/ppt/media/image.png" Id="R725b289be70a412b" /><Relationship Type="http://schemas.openxmlformats.org/officeDocument/2006/relationships/image" Target="/ppt/media/image2.png" Id="Rb150dbaf7bc443c6" /><Relationship Type="http://schemas.openxmlformats.org/officeDocument/2006/relationships/image" Target="/ppt/media/image3.png" Id="Rbf9b866a0a5b400b" /><Relationship Type="http://schemas.openxmlformats.org/officeDocument/2006/relationships/image" Target="/ppt/media/image4.png" Id="Rf54871d354b14dd1" /><Relationship Type="http://schemas.openxmlformats.org/officeDocument/2006/relationships/image" Target="/ppt/media/image5.png" Id="Rdf470766019444ef" /><Relationship Type="http://schemas.openxmlformats.org/officeDocument/2006/relationships/image" Target="/ppt/media/image6.png" Id="Rcce31f80f8af4d58" /><Relationship Type="http://schemas.openxmlformats.org/officeDocument/2006/relationships/notesSlide" Target="/ppt/notesSlides/notesSlide1.xml" Id="Rf86023a51d4741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19257B2C-50DD-40D9-B3E2-ADAC4493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1238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1C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1C20"/>
                </a:solidFill>
                <a:latin typeface="Microsoft YaHei"/>
                <a:ea typeface="Microsoft YaHei"/>
                <a:cs typeface="Microsoft YaHei"/>
              </a:rPr>
              <a:t>第一版定位模型验证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002E6A-1A0A-4169-A718-E0496CE4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47750"/>
            <a:ext cx="1390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C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1C20"/>
                </a:solidFill>
                <a:latin typeface="Microsoft YaHei"/>
                <a:ea typeface="Microsoft YaHei"/>
                <a:cs typeface="Microsoft YaHei"/>
              </a:rPr>
              <a:t>TinyHeatmapNet：RGB输入 → 20个工程测试点的二维位置预测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4D044-9A9C-42B4-A2D5-9ED30DD5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66875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B7C"/>
                </a:solidFill>
                <a:latin typeface="Microsoft YaHei"/>
                <a:ea typeface="Microsoft YaHei"/>
                <a:cs typeface="Microsoft YaHei"/>
              </a:rPr>
              <a:t>组合留出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24330-9EA8-4DAB-961D-2EDB6B8E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859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16A"/>
                </a:solidFill>
                <a:latin typeface="Microsoft YaHei"/>
                <a:ea typeface="Microsoft YaHei"/>
                <a:cs typeface="Microsoft YaHei"/>
              </a:rPr>
              <a:t>示例：C03 × D06</a:t>
            </a:r>
          </a:p>
        </p:txBody>
      </p:sp>
      <p:pic>
        <p:nvPicPr>
          <p:cNvPr id="5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5b289be70a412b"/>
          <a:stretch xmlns:a="http://schemas.openxmlformats.org/drawingml/2006/main"/>
        </p:blipFill>
        <p:spPr>
          <a:xfrm xmlns:a="http://schemas.openxmlformats.org/drawingml/2006/main">
            <a:off x="1057275" y="2476500"/>
            <a:ext cx="1104900" cy="244105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10BF8-CFA5-44AF-9C2B-51503661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90348">
            <a:off x="1608139" y="2933416"/>
            <a:ext cx="5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ECBCB-4FAE-41F7-8D7E-C68EB09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098" y="2904969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D9016-F12C-49C0-AE16-8C8E1AF3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588167" y="2933289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4A0C1-2493-4B1A-9F9E-CB72E63D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588167" y="2933289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1DEF80-425D-4AFF-A71E-81828F11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364517">
            <a:off x="1484848" y="3091101"/>
            <a:ext cx="740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2908E-54DF-46DC-8644-CA2A3B5D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939" y="3066231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C2AA3-69DB-4E8B-855B-A4D056E0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468588" y="3087396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000181-1E76-4469-8299-B91B5F5C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468588" y="3087396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27CA2B-0554-4965-B23A-C7204F37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358800">
            <a:off x="1719654" y="3087712"/>
            <a:ext cx="122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871896-3ED1-440E-99AF-181BF4FC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867" y="3065007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3F330-5C83-4BB3-917C-7BE2BA74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704077" y="3081841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41D2-CE3C-4172-87E8-0E65393D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704077" y="3081841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D696BA-928B-4885-91A0-A42535B3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385680">
            <a:off x="1600872" y="3173997"/>
            <a:ext cx="119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B620AB-B87C-4E12-9192-4D34DDF9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68" y="3151417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17EA8C-3D26-4A67-BC2D-D2CBFF36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586891" y="3168001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85396F-8373-4D86-9756-881FEC6F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586891" y="3168001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544F91-B61F-405C-A3AD-DE9A1584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62286">
            <a:off x="1483704" y="3175397"/>
            <a:ext cx="71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440814-9160-4A01-A47B-F16248D5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528" y="3150184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B53968-9947-4B6F-AB9F-EC31131E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468411" y="3172035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7076B4-C705-4395-BF55-B20B7881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468411" y="3172035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CA6ABD-BE91-4A7D-A92C-C01631DA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283848">
            <a:off x="1721755" y="3168541"/>
            <a:ext cx="150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FCAC4C-75A9-42BD-B733-0E29FB13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432" y="3147468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AD7490-F2EB-47E9-81BD-251BF6B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709512" y="3161039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99FA0C-C0B7-40ED-8016-0EE7B0EF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709512" y="3161039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9B0A45-4973-496D-8425-EB8D4FAF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650872">
            <a:off x="1605496" y="3316898"/>
            <a:ext cx="584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39FC07-198C-4D8E-A7C8-E0FD9952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054" y="3291235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F69011-3944-4509-9672-0DF12518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588201" y="3313985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B1F4FF-922C-400C-8CE9-E40A3F1F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588201" y="3313985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5EF1C6-C445-4C32-AC28-40331E97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98919">
            <a:off x="1488721" y="3322983"/>
            <a:ext cx="363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BC6EC7-814B-4A37-A63D-B3D29B2C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716" y="3295731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ACA1C2-604F-40D1-9D37-A70F1516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471785" y="3321661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41723C-F582-46C6-9BA0-D22821F6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471785" y="3321661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200175-059B-4CE1-B24E-DCDD88DB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971799">
            <a:off x="1724167" y="3313164"/>
            <a:ext cx="85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EC4B3E-EF24-4956-A201-F8E5D80F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553" y="3288786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AF9EE0-14C1-4FA1-8678-757146B2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707716" y="3308966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F12149-9BEA-43A7-986B-912532DE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707716" y="3308966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F61F06-2E13-4B46-AAD4-4C16DE06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491630">
            <a:off x="1605000" y="3444995"/>
            <a:ext cx="634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819B47-B35F-4ABC-8723-99B222BC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586" y="3419432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FBD666-7E99-437F-BF65-DF2C1BFF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587179" y="3441983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31E5F9-20BA-4D63-AB04-949F59A8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587179" y="3441983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127568-9F6C-43D2-ACD1-A322BF09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35121">
            <a:off x="1477487" y="3448954"/>
            <a:ext cx="529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0DFA78-B0A1-47F9-9DE4-34067F10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81" y="3422878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D7AAA51-21F0-4873-BFDC-EFCA0739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461015" y="3446455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74D637-3145-4A9B-81B4-CBB52447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461015" y="3446455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E5CD83-7434-4EB1-BD9E-6FC3BF84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470596">
            <a:off x="1735377" y="3443242"/>
            <a:ext cx="48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2D9F72B-E090-4650-ACD7-0EF33485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55" y="3416964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8299FA0-373A-40AC-A6D1-E081AE8F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717048" y="3440944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149FC0-C8F7-4901-A56C-2722C22C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717048" y="3440944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5A5CB6D-E325-4375-A854-3AF52AC9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197204">
            <a:off x="1475417" y="3550418"/>
            <a:ext cx="275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6D1EA84-9766-49DB-B63E-47DC08A0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219" y="3522788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CE50A09-CA2C-4145-921E-0BC217D0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455790" y="3549472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BE248AA-2BD5-4917-9275-C3F21E26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455790" y="3549472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3BE857-1CE1-4497-8C3B-5E53CD76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629850">
            <a:off x="1739205" y="3546924"/>
            <a:ext cx="160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0754713-5751-406C-92AD-E26A5CB9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915" y="3518988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490A35D-CA2C-465E-8AD8-DBD940C9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719519" y="3546285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54CACC4-E365-4CD9-80BE-D6CD9779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719519" y="3546285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398CE3C-C3BE-462A-BA04-A5F10129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63157">
            <a:off x="1476513" y="3662517"/>
            <a:ext cx="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0CE12B1-85BD-4486-8705-86932189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013" y="3634998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B8B5969-A649-4917-8EB5-5A9ED8A0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457546" y="3661462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D79CC6B-5026-4520-8048-788DF48F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457546" y="3661462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82AE6B5-052D-42DA-87A5-EFE9131F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968819">
            <a:off x="1740946" y="3659419"/>
            <a:ext cx="23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2A8E653-6FFE-4A93-81D3-2E28CA37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342" y="3631705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4FBA221-74C2-4805-80CF-AC21181F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721320" y="3658558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5569683-5030-4549-9B1B-D6A894A0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721320" y="3658558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3B16B47-53D0-474B-B950-BF45B4AE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24113">
            <a:off x="1386491" y="2950961"/>
            <a:ext cx="95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C323AB5-33B0-47DF-B672-16E9ED15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961" y="2919412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F9744BC-9056-4B3F-8FE6-92EC6575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374950" y="2953936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388CC22-5B47-4504-94B9-4BA57417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374950" y="2953936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C1A6F04-6ED3-41F0-B239-1EAAD07C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17428">
            <a:off x="1834672" y="2945607"/>
            <a:ext cx="23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04381AA-6EAE-441E-9E1F-1EA36311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299" y="2918229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CABD3AC-448E-4DF0-9260-7C3BC17B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815860" y="2944411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BD5E02D-A4DC-4DC0-97D6-13A242B6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815860" y="2944411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EF8D422-D504-473B-8AE2-C1433BCA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08119">
            <a:off x="1491452" y="2932458"/>
            <a:ext cx="36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8873B93-C202-4F3C-8DB2-A1355AEB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73" y="2903062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7F439B1-B0B2-4088-B9B6-374AF568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474898" y="2933280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61F309E-87E1-4428-BE7D-DD327450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474898" y="2933280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BEB3B02-397B-4860-8A6A-130F181B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29370">
            <a:off x="1728578" y="2930280"/>
            <a:ext cx="31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6F2030E-3734-4BA7-86C7-01FE0623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931" y="2900888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828E2EF-276C-41ED-9A43-84A9BE28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708804" y="2931097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F7DF8BA-F60E-4E7F-A73D-D2EEF138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708804" y="2931097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0DDCF19-7348-472A-82D3-723B7D99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685" y="2887626"/>
            <a:ext cx="668079" cy="719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87B7C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BC8E4AC-BED6-430F-9B51-21BFF926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00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16A"/>
                </a:solidFill>
                <a:latin typeface="Microsoft YaHei"/>
                <a:ea typeface="Microsoft YaHei"/>
                <a:cs typeface="Microsoft YaHei"/>
              </a:rPr>
              <a:t>背部局部放大</a:t>
            </a:r>
          </a:p>
        </p:txBody>
      </p:sp>
      <p:pic>
        <p:nvPicPr>
          <p:cNvPr id="5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0dbaf7bc443c6"/>
          <a:stretch xmlns:a="http://schemas.openxmlformats.org/drawingml/2006/main"/>
        </p:blipFill>
        <p:spPr>
          <a:xfrm xmlns:a="http://schemas.openxmlformats.org/drawingml/2006/main">
            <a:off x="476250" y="5353050"/>
            <a:ext cx="2333625" cy="2513135"/>
          </a:xfrm>
          <a:prstGeom xmlns:a="http://schemas.openxmlformats.org/drawingml/2006/main" prst="rect">
            <a:avLst/>
          </a:prstGeom>
        </p:spPr>
      </p:pic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5854DFB-3D1F-46ED-B125-D203BDCC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90348">
            <a:off x="1637522" y="5512999"/>
            <a:ext cx="19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13894D0-D55E-4CEE-8720-26B62631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239" y="5456294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94FD1CE-F426-4D80-9561-4FE82E8C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597623" y="5512554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6FC5E53-F737-4350-AF22-30432FAA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597623" y="5512554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5D1E203-99B5-481F-A9E9-06C97184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364517">
            <a:off x="1206862" y="6063797"/>
            <a:ext cx="258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A5CD94C-B7FF-432D-B484-53A4FF11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519" y="6019587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DECD454-4124-49CA-B0C4-8C3CD672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179931" y="6050857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26FFDC6-0C22-4DAB-BE12-D72AD59E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179931" y="6050857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1F7911E-1B2A-4B44-836F-FDAF78BF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358800">
            <a:off x="2027048" y="6051958"/>
            <a:ext cx="426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9CD847C-7A8D-4B28-8A23-70851FBF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7101" y="6015314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E3F9F43-D0E4-4707-A305-3BA7175B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2002501" y="6031452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60CECE2-210C-473F-A7D5-C15FBE04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2002501" y="6031452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B6489DD-AC9D-4BD8-85D0-30D9FD51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385680">
            <a:off x="1612140" y="6353355"/>
            <a:ext cx="418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01B4FA7-D57E-4025-9644-0FAE78AB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846" y="6317148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D509E95-E2D0-414B-A1D5-9369B123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593166" y="6332411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5DE65DC-22E3-4B28-B002-7BC245CA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593166" y="6332411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73AC49E-053B-4888-AF2C-7D231A10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62286">
            <a:off x="1202865" y="6358246"/>
            <a:ext cx="248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028820D-67D3-4B1C-B8A2-0FEE5861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98" y="6312840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1184AF1-9EFE-480A-8F09-AD6D71C0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179312" y="6346503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E021F94-877B-4F5D-9F40-B7293776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179312" y="6346503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03B0ADA-F7E3-4EB2-ABE1-96DEC7B5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283848">
            <a:off x="2034386" y="6334298"/>
            <a:ext cx="52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998F902-5BCF-4CE7-94EE-4A9BCFEE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570" y="6303352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6A261ED-1C5E-4686-B73D-B2C4ABB2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2021487" y="6308093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EB07D41-77BE-4EA4-8FAD-C6A187E2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2021487" y="6308093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25BB3EA-B1F8-48B1-A45F-790A28EA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650872">
            <a:off x="1628291" y="6852514"/>
            <a:ext cx="204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75E1D19-0537-48B7-B043-11FC3CFC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086" y="6805538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555C0B7-F78A-468F-A66A-41739643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597743" y="6842341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69E6DDC-1631-41AE-82D9-36019FBC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597743" y="6842341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AADE845-00A6-472F-8913-E1B4D300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98919">
            <a:off x="1220392" y="6873771"/>
            <a:ext cx="127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7C3C6C4-690C-4DB3-B56F-F0AEF50E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233" y="6821240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3CAA37F-EA04-4969-9705-346ADCA0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191099" y="6869152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1ADDB89-E9F8-43F2-B686-4D894087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191099" y="6869152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0DDE422-DC92-4BAA-B0C4-60B65FBC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971799">
            <a:off x="2042813" y="6839470"/>
            <a:ext cx="297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C99B7D9-E700-4975-8108-525C55FA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990" y="6796981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B468B78-0F55-4B43-9CCD-BD785AE1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2015213" y="6824809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9023119-9EA1-4FCB-8E0D-2734975E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2015213" y="6824809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4AAD193-D768-4FE9-907B-E630EF60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491630">
            <a:off x="1626559" y="7299961"/>
            <a:ext cx="221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55A36E2-7744-4D6D-9C61-6F1A96A6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942" y="7253333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DD1856C-2FE5-4BD5-B7DE-B50ABCF2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594171" y="7289440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6739F2D-A5B2-492E-8BC0-E6F5E9F8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594171" y="7289440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E4F58DB-C02D-4003-A211-C8AA96D5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35121">
            <a:off x="1181152" y="7313791"/>
            <a:ext cx="185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BA910CC-E85F-4421-A686-79540C0F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80" y="7265369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A641D41-B1F7-4934-855D-D6494C5A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153478" y="7305062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28791AB-EAD7-4BAB-9918-5D724C09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153478" y="7305062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AD22218-36FB-43EF-B70A-ADC6407F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470596">
            <a:off x="2081968" y="7293838"/>
            <a:ext cx="168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B7E9CE5-F974-4A9B-B49D-B6262026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832" y="7244712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2201DC2-C777-452D-B575-A8EACBA0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2047811" y="7285813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1504A19-9B2B-469A-915A-2803A07E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2047811" y="7285813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C84FC6F-50DA-4F9B-9131-44618E6B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197204">
            <a:off x="1173919" y="7668207"/>
            <a:ext cx="96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B242848-A573-40F4-A633-3C65819D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73" y="7614360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79F65C9-7157-41E5-93F3-06BC4734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135228" y="7664904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C315DDA-66F0-4166-84DD-7144721C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135228" y="7664904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4377D96-351C-4D1A-847C-F02B15A8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629850">
            <a:off x="2095340" y="7656004"/>
            <a:ext cx="559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953C483-A471-463E-873B-1B3A89E0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680" y="7601085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DEC03344-67BC-4F1F-AF71-A8B3ACAA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2056443" y="7653773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D506643-C9DF-4BAC-8C37-44D53CA3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2056443" y="7653773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738EAE6-CA8A-4681-8312-0602F0B0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24113">
            <a:off x="863298" y="5574284"/>
            <a:ext cx="332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0F2CE77-183C-4583-8DE7-E9F537CC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800" y="5506745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048D769C-0D0B-4391-969B-0641B1EF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52848" y="5584673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3EA0660-66AE-40B3-B576-B09EEF39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852848" y="5584673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F484D86D-239C-4698-B178-8BD7E7C7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17428">
            <a:off x="2428811" y="5555582"/>
            <a:ext cx="83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B457C39-F19F-4581-A440-A14B5747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861" y="5502611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E072F367-2B1E-409A-87AD-B8B51E85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2392963" y="5551404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C0F679F-A0C4-4575-8899-FC1AAE66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2392963" y="5551404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C6811B9-924A-44BA-976E-0281F869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08119">
            <a:off x="1229932" y="5509653"/>
            <a:ext cx="127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1BF97D42-A66F-49C5-8A5A-52866264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65" y="5449633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EF92D1C9-E614-4E2B-B404-F1223F50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201970" y="5512522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4BD275F-4544-4ED5-AE42-11A0F9AA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201970" y="5512522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DC67E26F-8975-4EA2-9A74-F1552B00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29370">
            <a:off x="2058222" y="5502044"/>
            <a:ext cx="11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C319502-0E5F-454C-8E71-73051D01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300" y="5442040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69D27A72-50F2-460E-8991-A8430E6F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2019013" y="5504897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61FA9312-42A1-4534-8098-DC91B5AD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2019013" y="5504897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5B42C422-4363-4786-AFF7-FFE17E17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66875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B7C"/>
                </a:solidFill>
                <a:latin typeface="Microsoft YaHei"/>
                <a:ea typeface="Microsoft YaHei"/>
                <a:cs typeface="Microsoft YaHei"/>
              </a:rPr>
              <a:t>体型留出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3B0140C1-55F1-4C71-AF44-96AB763D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859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16A"/>
                </a:solidFill>
                <a:latin typeface="Microsoft YaHei"/>
                <a:ea typeface="Microsoft YaHei"/>
                <a:cs typeface="Microsoft YaHei"/>
              </a:rPr>
              <a:t>示例：C06 × P2</a:t>
            </a:r>
          </a:p>
        </p:txBody>
      </p:sp>
      <p:pic>
        <p:nvPicPr>
          <p:cNvPr id="6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9b866a0a5b400b"/>
          <a:stretch xmlns:a="http://schemas.openxmlformats.org/drawingml/2006/main"/>
        </p:blipFill>
        <p:spPr>
          <a:xfrm xmlns:a="http://schemas.openxmlformats.org/drawingml/2006/main">
            <a:off x="3724275" y="2476500"/>
            <a:ext cx="1104900" cy="2441058"/>
          </a:xfrm>
          <a:prstGeom xmlns:a="http://schemas.openxmlformats.org/drawingml/2006/main" prst="rect">
            <a:avLst/>
          </a:prstGeom>
        </p:spPr>
      </p:pic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D6DBAF7F-8721-4C17-BE3D-F8AC5DD5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566995">
            <a:off x="4274156" y="2930015"/>
            <a:ext cx="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E6137ACC-526F-45F5-9822-8D9BA98A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6685" y="2904259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37C6D31F-E565-4423-9DCA-BA1A5F24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261349" y="2927196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31C15347-BD3F-4534-BE6E-7DAADBD8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261349" y="2927196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FA72FFEF-374F-4E54-B444-D6E0EC37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667056">
            <a:off x="4149317" y="3085529"/>
            <a:ext cx="57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9184B53D-47A8-49C2-A5C3-20747607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403" y="3059238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679B7B8C-C74C-4094-8D22-55010EFA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130434" y="3083244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C99C9AE3-A3F0-4203-9A14-BD4F823C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130434" y="3083244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B0184FC1-FE95-44DC-AC10-8301638E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55848">
            <a:off x="4393265" y="3087442"/>
            <a:ext cx="82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B2947E83-9420-4390-9309-A06B7975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964" y="3057385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0DE03B72-E6E6-4435-B8D6-76A6006E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381286" y="3088924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D5B2B461-2A01-4397-8818-36A0AF2C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381286" y="3088924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BCADC1E1-5CAC-46CF-AA9A-0E553615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42897">
            <a:off x="4271041" y="3171240"/>
            <a:ext cx="28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964BADE3-3485-4952-ACF5-B67BF70C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907" y="3144089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E65EFA2A-2842-40FA-A7AF-0DC41228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252444" y="3169816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F5F58AEE-3C07-4106-B965-05915CBC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252444" y="3169816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42DD34EF-7F60-45E5-BF8A-3182BCFC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097513">
            <a:off x="4146371" y="3168883"/>
            <a:ext cx="6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F935090A-C521-40BE-8F7A-B2EBCBCA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910" y="3143363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6C9F295A-9F1E-4A22-BAA8-54267A82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128194" y="3165827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756145AB-7C55-4289-A0E5-74B106E0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128194" y="3165827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5F77617D-E5AF-4B4B-A4A1-7CE1F62B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20838">
            <a:off x="4395444" y="3169386"/>
            <a:ext cx="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F7C4B022-A555-4798-8295-60BDE975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899" y="3140317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8746F3BF-19A8-4891-9C92-F20AC2A8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383486" y="3169879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3BD80497-F3DA-4BCD-A870-83E3D172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383486" y="3169879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F7E43E50-55B4-451A-89D7-DDB9628F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54573">
            <a:off x="4273961" y="3316095"/>
            <a:ext cx="36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DFDBC23B-E1AF-406C-BBCE-AC0784F2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6600" y="3289226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2AFDED1D-DC70-4574-8BAA-92CFE1D6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256354" y="3314389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CF9DC490-A479-4351-A777-65F870F1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256354" y="3314389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BEA08349-B328-4B07-8D78-1DC2A469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354247">
            <a:off x="4154241" y="3321628"/>
            <a:ext cx="20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4BBB0605-E18A-468D-89C4-3DB09E93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443" y="3293713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0849C862-C5B9-4DB7-8E12-61B75D3A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134484" y="3320968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CC381776-1A0A-434D-96DF-B125BBBB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134484" y="3320968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4B33831F-6BF6-4AB3-B161-5B54A714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73814">
            <a:off x="4394754" y="3316623"/>
            <a:ext cx="62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6701759A-543E-4385-A0A1-9EC8B013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840" y="3286123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4DB685C6-7CBD-42C1-8274-81456976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380359" y="3318548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4101CF22-E328-4EA8-9050-86819D81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380359" y="3318548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3440F435-FA9D-42EC-B6CB-70E3232E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459124">
            <a:off x="4271638" y="3446322"/>
            <a:ext cx="42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5F51EE1D-1863-42AB-ABB8-76ABA4A8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306" y="3417537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72B98D25-BD9B-4E0D-A71A-352F2799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251646" y="3446533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AA190EF0-64BE-41E9-A633-DE1A8C06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251646" y="3446533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287FEABF-4766-4B26-9C3D-B4181C84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313083">
            <a:off x="4146012" y="3447755"/>
            <a:ext cx="40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8252DA2D-6A7B-4399-9EC0-A414D24D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394" y="3421186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FBA751FC-E1B4-4847-BDCF-09EA9BD8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128068" y="3445748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3D9A1AC1-CF69-4B73-90E2-267AFD7B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128068" y="3445748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20540AA7-F947-4063-90DB-F934F09C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90321">
            <a:off x="4402743" y="3445019"/>
            <a:ext cx="302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96E1133E-D897-44D7-84B8-B5E0DC48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4774" y="3415234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47FD0D17-DA63-403E-9C43-A61803E6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385158" y="3446229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D046CB5F-9D8D-4F57-A5DB-176199A8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385158" y="3446229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967DF9F8-C654-46B9-8B9D-F576EFE7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432349">
            <a:off x="4145764" y="3547770"/>
            <a:ext cx="15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7C6C80A4-2B8A-4567-82BD-E38B0DB6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211" y="3519949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6B11CEA3-38A3-438C-AB93-E998B3E1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126317" y="3547016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87E3FE87-195B-405B-80DC-3E5D58D3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126317" y="3547016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AA106664-E0D8-468C-95C9-2968E3EF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643855">
            <a:off x="4402446" y="3547190"/>
            <a:ext cx="57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63B39D55-38D1-494D-B712-73F7511A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932" y="3515765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9F3FB1C0-2B63-4B64-BB4C-783DFFB4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385099" y="3550041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BB72CDEB-195E-4FB8-9BA6-32BC91D5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385099" y="3550041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9BBF4385-1453-444D-8D01-CBFB7405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31775">
            <a:off x="4146135" y="3660021"/>
            <a:ext cx="17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D627DBB7-4EEC-4940-B395-A0D66E87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031" y="3630666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28A67FD5-3A9A-4E72-AB52-A0E7357E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127427" y="3660802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96C53F89-E8E4-408D-8C3B-B1101BE6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127427" y="3660802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3D7E60E1-4102-48F0-934A-355B01E7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41932">
            <a:off x="4403715" y="3660023"/>
            <a:ext cx="93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82FD86A7-EB56-4A67-83C6-8295BFBC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869" y="3626777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D0368516-E2E9-4A21-8C86-32BDBF6B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388328" y="3664695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ED4AE42B-7635-431E-8E6D-FD2DE2EE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388328" y="3664695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4B387D52-3521-4FF7-9FA5-E3249702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63699">
            <a:off x="4056088" y="2947715"/>
            <a:ext cx="31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B71E6C1C-EE7C-4A12-9004-7F651122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575" y="2918703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2606F57D-FF08-46B3-A376-61EDADAD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039181" y="2948152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59CC04E5-7099-4034-B7DD-0C0442A1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039181" y="2948152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BDDDB699-CF4E-4ACD-8301-4DC11892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47397">
            <a:off x="4501889" y="2950109"/>
            <a:ext cx="144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38990F2F-57D2-4F33-BFE3-C961062E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126" y="2918212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6F9C1D38-025C-48AB-ADE4-42474D83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495484" y="2953430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438BD109-3A2C-4FA7-BAE0-C341A5B0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495484" y="2953430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6459A1CF-B8C8-4A33-9460-C36ABFE8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549854">
            <a:off x="4159281" y="2928852"/>
            <a:ext cx="58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CD80D098-035C-4016-9CF0-F1EE8011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479" y="2902264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F000A0A5-62AC-461C-A6AA-8AB8E555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144388" y="2926865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9A61A91A-9887-4878-8350-B72D3B76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144388" y="2926865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2A3D0617-CBEA-4A05-A9CE-78510998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91949">
            <a:off x="4398265" y="2927427"/>
            <a:ext cx="1113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28747CAB-61F5-4713-9CE0-8EB06365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9747" y="2899646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5EDE9700-EC1A-4F10-929A-48E3A605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389342" y="2926633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4F6CCC41-F9CD-4C40-8990-F9DFB7CB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389342" y="2926633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D81491EB-E89D-4371-9C63-C6180979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2685" y="2887626"/>
            <a:ext cx="668079" cy="719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87B7C"/>
            </a:solidFill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45CED00B-9590-4E38-AC51-8789FF14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00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16A"/>
                </a:solidFill>
                <a:latin typeface="Microsoft YaHei"/>
                <a:ea typeface="Microsoft YaHei"/>
                <a:cs typeface="Microsoft YaHei"/>
              </a:rPr>
              <a:t>背部局部放大</a:t>
            </a:r>
          </a:p>
        </p:txBody>
      </p:sp>
      <p:pic>
        <p:nvPicPr>
          <p:cNvPr id="7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871d354b14dd1"/>
          <a:stretch xmlns:a="http://schemas.openxmlformats.org/drawingml/2006/main"/>
        </p:blipFill>
        <p:spPr>
          <a:xfrm xmlns:a="http://schemas.openxmlformats.org/drawingml/2006/main">
            <a:off x="3143250" y="5353050"/>
            <a:ext cx="2333625" cy="2513135"/>
          </a:xfrm>
          <a:prstGeom xmlns:a="http://schemas.openxmlformats.org/drawingml/2006/main" prst="rect">
            <a:avLst/>
          </a:prstGeom>
        </p:spPr>
      </p:pic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96C0D3A5-A01A-42E4-8735-51AA9586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566995">
            <a:off x="4301087" y="5501117"/>
            <a:ext cx="289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BB238731-BA70-4E71-B737-1256D151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794" y="5453813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89F9EDA5-ED8C-4D6D-8AEE-5274B9FF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286218" y="5491271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374C773A-8A2A-40FE-8062-E9261F74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286218" y="5491271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4859BD1E-4FA8-4CF2-B63D-D745CEC4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667056">
            <a:off x="3865022" y="6044332"/>
            <a:ext cx="20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90173409-27C6-4397-8D1D-050D012B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152" y="5995161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590192DC-D2B1-477B-9F94-1DEA78B3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828927" y="6036354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63221662-3069-40EF-BE0F-81707DAB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3828927" y="6036354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F495FB97-63AA-44C6-8F81-2F5EE35A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55848">
            <a:off x="4717141" y="6051016"/>
            <a:ext cx="289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A97252B1-DFFB-48CD-B0C6-E9927D6B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0948" y="5988689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D2229B88-DC0E-420A-9228-C1895306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705162" y="6056193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F055CD6E-138E-4A1C-9021-58895D2A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705162" y="6056193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A39E5385-7B65-4A2E-9CF1-80AC564A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42897">
            <a:off x="4290207" y="6343727"/>
            <a:ext cx="99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67BE8798-EF31-4CB7-8157-7E27C6DE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093" y="6291550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2F68C1E0-246D-4012-BF12-D25AEFF5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255114" y="6338753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A4299E9C-A1AB-44E1-932B-6F92548A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255114" y="6338753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016C2A23-9EA7-4FEF-8F0F-B044BE68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097513">
            <a:off x="3854731" y="6335491"/>
            <a:ext cx="242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BFE1B4A9-B6B1-4207-AFA2-1487314B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446" y="6289014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FB31B11B-4C4E-4197-B792-ABD719C5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821102" y="6324818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6D39C6B7-A6E2-4FE0-8D38-F12DAAF2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3821102" y="6324818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CD6EB025-DAB2-476E-867C-AFE72CA0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20838">
            <a:off x="4724752" y="6337248"/>
            <a:ext cx="282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832476F0-8444-4A4B-9C7C-4228B78E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708" y="6278376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8A9C1F44-06A0-408C-B220-EE9E718A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712849" y="6338970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6F70F676-8BFC-42AB-97E8-69670BFA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712849" y="6338970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34C22289-8DD2-4CE5-8BE8-D2832077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54573">
            <a:off x="4300406" y="6849709"/>
            <a:ext cx="126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609229F1-F57A-41E6-BC78-FA9B67B4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499" y="6798517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DFC706D3-1665-4BB8-A7FF-5FDD5475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268769" y="6843750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0405A2AA-E4F0-41D8-97F0-47E84907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268769" y="6843750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C64A4E67-4FC9-4B01-BEFE-6959020B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354247">
            <a:off x="3882223" y="6869036"/>
            <a:ext cx="7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FCBAD19B-A816-4448-BA40-20C0D26C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1277" y="6814191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912B41A2-0006-442B-9455-DF5010A7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843074" y="6866731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440CC6C6-D873-46A2-B3C7-17527AE1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3843074" y="6866731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AA6E9D26-3059-4293-94BF-DCDAF97B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73814">
            <a:off x="4722343" y="6851553"/>
            <a:ext cx="2189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5F1C7998-7EFF-4AF4-A694-BE591FEA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502" y="6787679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3E6B5D1F-5441-4DD1-928E-0264FCE7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701924" y="6858277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E59D6F13-F534-4335-AAF2-3F986186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701924" y="6858277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518C2DA3-5A46-4B53-9892-AAA7037D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459124">
            <a:off x="4292292" y="7304598"/>
            <a:ext cx="148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79B483D9-7DCF-449E-A4E1-36B8040F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965" y="7246713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09D360AB-6D36-4E06-80D6-81115B38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252323" y="7305334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688CC589-D97A-412B-8666-D61C86CC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252323" y="7305334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4BB539B8-4F45-44A4-81DD-75A00D74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313083">
            <a:off x="3853478" y="7309602"/>
            <a:ext cx="140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83D74500-66D8-4623-831F-FAC8FE8D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162" y="7259461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01F32B28-5B6C-4755-9362-6C63CDCB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820661" y="7302594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BC3D6850-99BD-4BB4-921D-30948A82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3820661" y="7302594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017A5194-B117-4AB5-8ED1-C18A5020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90321">
            <a:off x="4750249" y="7300046"/>
            <a:ext cx="105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9EE3D27B-005F-415F-976D-4AF3183E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214" y="7238669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C7BBA466-ABB5-483F-AB49-6AF8E6A7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718688" y="7304272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3AC4534D-D2EB-4CE4-9D2C-EF31A9DD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718688" y="7304272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5D7C7E16-C948-47A3-9DCA-BE931909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432349">
            <a:off x="3852609" y="7658959"/>
            <a:ext cx="55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CAC9A8AE-18CB-4F06-AA4E-9AF5EC52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031" y="7604442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1FBDB60B-35B0-4F28-8518-0725E213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814545" y="7656326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0B1F881A-73E2-4DFD-8599-A40A219B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3814545" y="7656326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69B7ECF6-4B80-494D-8C46-441BB485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643855">
            <a:off x="4749212" y="7656934"/>
            <a:ext cx="199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5D133FD3-E8F5-45E2-BB16-4DEA687D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752" y="7589826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10B3606E-A38A-4782-8B5A-E2E816D4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718482" y="7666891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028DECC4-474C-4DB3-B4FB-8D61DE66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718482" y="7666891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63376F5B-13FA-45E6-8691-EF01E569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63699">
            <a:off x="3539369" y="5562944"/>
            <a:ext cx="110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1E640132-E0B0-4527-AC91-34856B77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435" y="5504269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B3A6F820-CB5F-496C-B751-378D5408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510177" y="5564470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56144541-A228-4CF2-9CC1-6EEBD3F5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3510177" y="5564470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40E5C11F-8D6F-43D0-92E4-0CAC6DAA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47397">
            <a:off x="5096570" y="5571305"/>
            <a:ext cx="503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53592E39-C34D-44E9-B45F-B325FAFD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2254" y="5502552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985D94E4-B1C4-4D3C-8A5F-FB9CA292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104060" y="5582908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36F938F5-3A8C-4B0C-B9EA-1BD68928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104060" y="5582908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B0E6EA82-B299-4995-8955-EB35DE63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549854">
            <a:off x="3899827" y="5497056"/>
            <a:ext cx="205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5282F6FE-8228-4B34-979C-BC33E525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6" y="5446845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E8ACD03F-2605-4423-B807-659F4814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877669" y="5490116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F164FC9F-70EA-401C-BC0D-9FD945DA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3877669" y="5490116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4FE59FC8-499E-4F32-AE07-942BD9B8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91949">
            <a:off x="4734607" y="5492078"/>
            <a:ext cx="389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87ADABD1-1EF7-4FF9-8598-6FB91606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656" y="5437702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7FCF6D09-E55F-4EF5-A047-1988A0DA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733304" y="5489305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41AFE9B6-9D86-4447-AAE1-80B7B334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733304" y="5489305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EF426B5E-3EC0-41F7-928B-DD1DCF6E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66875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B7C"/>
                </a:solidFill>
                <a:latin typeface="Microsoft YaHei"/>
                <a:ea typeface="Microsoft YaHei"/>
                <a:cs typeface="Microsoft YaHei"/>
              </a:rPr>
              <a:t>姿势留出</a:t>
            </a:r>
          </a:p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659A5B8A-4EDB-4006-B12F-3FFCB4A0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859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16A"/>
                </a:solidFill>
                <a:latin typeface="Microsoft YaHei"/>
                <a:ea typeface="Microsoft YaHei"/>
                <a:cs typeface="Microsoft YaHei"/>
              </a:rPr>
              <a:t>示例：C02 × D01</a:t>
            </a:r>
          </a:p>
        </p:txBody>
      </p:sp>
      <p:pic>
        <p:nvPicPr>
          <p:cNvPr id="8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70766019444ef"/>
          <a:stretch xmlns:a="http://schemas.openxmlformats.org/drawingml/2006/main"/>
        </p:blipFill>
        <p:spPr>
          <a:xfrm xmlns:a="http://schemas.openxmlformats.org/drawingml/2006/main">
            <a:off x="6391275" y="2476500"/>
            <a:ext cx="1104900" cy="2441058"/>
          </a:xfrm>
          <a:prstGeom xmlns:a="http://schemas.openxmlformats.org/drawingml/2006/main" prst="rect">
            <a:avLst/>
          </a:prstGeom>
        </p:spPr>
      </p:pic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3D25E463-AE68-4223-BCF3-FF1CAC61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754950">
            <a:off x="6937009" y="2937639"/>
            <a:ext cx="74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CF296E0F-AEFA-4226-9493-26AEFB27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721" y="2907948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4E1773CB-B883-4693-8A21-F25C78E9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917178" y="2938756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76537ED4-9746-4164-8AA4-9090B9C5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6917178" y="2938756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4366423B-C34E-46F3-8F52-2293B587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023364">
            <a:off x="6817297" y="3094665"/>
            <a:ext cx="900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1EBC99E1-B102-46E0-B9C3-60129972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270" y="3062082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A7D46D1A-DE39-4719-830B-E188D504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799748" y="3098673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11B07D97-931A-4BF2-84B2-452608A9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6799748" y="3098673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5BA92E40-A169-4908-A7D6-96E35DEA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35606">
            <a:off x="7057866" y="3096163"/>
            <a:ext cx="1270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C4200DAB-E652-4222-9CCA-9A4DFF3D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526" y="3061235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EC218CAF-09F2-4BC3-BF4A-9AC23EE4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044336" y="3102516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BD3476C7-D8D0-436D-A30B-0F77C8F9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7044336" y="3102516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2A89B6B0-FFED-43B6-9A1F-2D602C35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64910">
            <a:off x="6937055" y="3180030"/>
            <a:ext cx="108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C431957B-209A-4B15-8D8B-284B45BD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1422" y="3146630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17851875-A3B8-48BE-A067-D19A24FA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924964" y="3184855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0D7FA8FB-A44B-4D07-88BA-2416A87B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6924964" y="3184855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D1E858C8-941C-4932-BA13-2768DA71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77700">
            <a:off x="6817007" y="3177430"/>
            <a:ext cx="50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63A75291-0A48-4B7C-890C-D358C39A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0850" y="3146349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82F205A6-53F2-48B7-A9E7-35DF29C5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799601" y="3179935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98A90B67-EE93-4C82-A9C9-AEF3D209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6799601" y="3179935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9C8B39D6-DD3C-4846-8CAD-2D57F5E6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612242">
            <a:off x="7057174" y="3179720"/>
            <a:ext cx="133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0E3E18DA-09B1-4456-9841-6B98B345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667" y="3144500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2516A367-313A-43E4-BEFD-2102E186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043418" y="3186365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45361FCD-84CC-44AF-9C52-9F2B81FA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7043418" y="3186365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358D0105-AD37-4563-A3E5-3CD52A2F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15228">
            <a:off x="6941540" y="3323294"/>
            <a:ext cx="93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C26B15BC-22B8-47F8-9F64-A231958D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4551" y="3291205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89EF19FE-52B1-4D0E-920B-02049A17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929324" y="3326809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AC6920E6-0C1F-4C46-BC2D-B7AFB223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6929324" y="3326809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575BDE2B-24D2-4BE4-A505-86ABB239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26926">
            <a:off x="6822684" y="3326102"/>
            <a:ext cx="65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5699AED1-C0B5-4F63-8EBD-97C8C145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664" y="3295698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0A136DF4-5B71-4B07-B298-83C255B3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808703" y="3327930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DE1D3019-BE24-485D-81E3-23D2E617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6808703" y="3327930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0EF2EFD2-E9A3-49A2-BD04-0953AA88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563368">
            <a:off x="7059033" y="3323785"/>
            <a:ext cx="1295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4DA5960F-F906-47C6-80B1-293F4CBA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374" y="3288924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804BB847-65DD-414F-9F6D-1F5EEED0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047068" y="3330071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AC5052A3-1808-4991-9D3F-4D1B6DBD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7047068" y="3330071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3E55CFD3-1068-468F-9507-F992294D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36852">
            <a:off x="6942890" y="3448920"/>
            <a:ext cx="9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C86646AA-9479-492A-9A85-D4349611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82" y="3417645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E21E9C4C-BAB1-4DFC-91DE-39CAA8CC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931295" y="3451621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FDB3ED64-FA36-4FA1-8816-0E1E6189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6931295" y="3451621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547708C8-9C8D-41F0-ADB9-10929476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371760">
            <a:off x="6814500" y="3453126"/>
            <a:ext cx="697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DC31F367-F0EA-4BA6-B47A-9FC506E4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7473" y="3421651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A43E6CBB-68D7-4547-9EDB-DCD4CA78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799928" y="3456025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DB73C549-6E09-4B05-ADB0-E54A4BEE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6799928" y="3456025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29B4C28A-05B2-4DD9-9FE5-E8F74E9C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635702">
            <a:off x="7069278" y="3447994"/>
            <a:ext cx="89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68A53BC6-1A89-4933-BE6C-9E2286BE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2977" y="3415528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2293ACDE-1C79-4DAB-8A00-04398CE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055936" y="3451886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79CD1807-E9D0-4965-87A7-0BCA5D6C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7055936" y="3451886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F840D3C3-EAF3-42F6-B95A-6C69D20A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88269">
            <a:off x="6813710" y="3550217"/>
            <a:ext cx="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9D68427A-1507-4666-8CE3-92BB70B5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265" y="3519207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FD8606E5-B8A2-4204-A533-75F70A86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798952" y="3552652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D4769636-03F3-4B0C-8EE4-137BEF2C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6798952" y="3552652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09039435-42D2-480A-9DE5-5E190865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15322">
            <a:off x="7072420" y="3545407"/>
            <a:ext cx="50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1F34D555-D1CA-46C3-9C80-6D285BF7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4493" y="3515141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A5CB1640-3DAA-4051-8BFE-093C8AD9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056833" y="3547099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84262FB7-113F-4761-98E9-B75A012A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7056833" y="3547099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9FCACEC3-1CAB-4D29-96E5-FD29179A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200395">
            <a:off x="6812763" y="3658632"/>
            <a:ext cx="2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ABE651BE-D5BE-4F09-8D99-8A2A502D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94" y="3628865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072ECDD8-128C-4360-B7EC-89CD4798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793702" y="3659823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55242E98-F9A7-49CD-A49C-4018D7F3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6793702" y="3659823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A4D8290D-0641-40CC-8DF1-6237C187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84029">
            <a:off x="7072164" y="3653667"/>
            <a:ext cx="30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7FE8468C-20A0-4119-A98D-438F05AE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6608" y="3624997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61DC447B-93C9-4777-8DC1-7253719B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052164" y="3653762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EC88A3A6-66C9-49AD-98F3-8C21C0BB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7052164" y="3653762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C5B1C5E9-9C27-4FEF-9737-1AC822FA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073631">
            <a:off x="6725486" y="2950650"/>
            <a:ext cx="530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A401EC21-0C18-4502-B702-1E5C9ACF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156" y="2922631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DFD4C896-9A27-4CB1-A55C-EFD45F04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705543" y="2950093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48C45EB3-B793-4E4B-94A8-38885827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6705543" y="2950093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2DC76C5E-2FD0-487B-A612-B9A6301E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087899">
            <a:off x="7166705" y="2957080"/>
            <a:ext cx="1170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5576D4B7-CABC-4DCC-ACF1-62CE621C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8105" y="2924353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81D1B861-2860-486D-A408-72567DA7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148431" y="2961233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54971A4C-832F-4697-A064-4A791243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7148431" y="2961233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F1C8BC30-C2C7-4734-828C-F4BFA7AD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718549">
            <a:off x="6826666" y="2935081"/>
            <a:ext cx="62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579F1F1D-CEBF-49F7-AF34-5511F59B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4385" y="2906580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526209DB-73D7-4AA4-B23F-A94BC9C6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806664" y="2935006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A6262267-9F13-4C25-93AC-5954DDB6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6806664" y="2935006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ABCA5954-1FD6-4ED3-B7EE-9B85AC42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056397">
            <a:off x="7063978" y="2936005"/>
            <a:ext cx="823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314B5676-0310-429A-9CEB-C15FFB41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2398" y="2904480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B48"/>
            </a:solidFill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9C8C1977-9794-4597-BF91-13303EE7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045219" y="2938954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83A76340-3A6E-4497-9169-5266050B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7045219" y="2938954"/>
            <a:ext cx="4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3E8C6181-A097-4D8F-9054-DF9D0DB8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685" y="2887626"/>
            <a:ext cx="668079" cy="719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87B7C"/>
            </a:solidFill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FF799BF7-80C2-4E84-9E85-63211E35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00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16A"/>
                </a:solidFill>
                <a:latin typeface="Microsoft YaHei"/>
                <a:ea typeface="Microsoft YaHei"/>
                <a:cs typeface="Microsoft YaHei"/>
              </a:rPr>
              <a:t>背部局部放大</a:t>
            </a:r>
          </a:p>
        </p:txBody>
      </p:sp>
      <p:pic>
        <p:nvPicPr>
          <p:cNvPr id="8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31f80f8af4d58"/>
          <a:stretch xmlns:a="http://schemas.openxmlformats.org/drawingml/2006/main"/>
        </p:blipFill>
        <p:spPr>
          <a:xfrm xmlns:a="http://schemas.openxmlformats.org/drawingml/2006/main">
            <a:off x="5810250" y="5353050"/>
            <a:ext cx="2333625" cy="2513135"/>
          </a:xfrm>
          <a:prstGeom xmlns:a="http://schemas.openxmlformats.org/drawingml/2006/main" prst="rect">
            <a:avLst/>
          </a:prstGeom>
        </p:spPr>
      </p:pic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0FFF7762-3B74-4225-BDA5-8256B930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754950">
            <a:off x="6953604" y="5527750"/>
            <a:ext cx="2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DFE2BD56-2965-4C10-92FB-994C88A3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1906" y="5466701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2FAA2C35-9A94-4213-A36B-A7788BFA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914196" y="5531649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5EFBDDB9-872C-4CB9-8156-F1CE8B63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6914196" y="5531649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D43ED7E2-3AE5-4FBF-A126-A0E99C8C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023364">
            <a:off x="6535445" y="6076247"/>
            <a:ext cx="314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EA68C1F9-1FCE-4886-87A1-10216373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168" y="6005096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9758A5E0-9176-4712-9CD7-4F98B0B0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504011" y="6090248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FF64D9D6-E39A-4565-814B-89D2C11C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6504011" y="6090248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69FB404E-44F2-46C8-8FFB-BC8088B4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35606">
            <a:off x="7375760" y="6081479"/>
            <a:ext cx="44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8B7BB867-B342-4F22-ADA9-F44086DC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390" y="6002137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A4D0E384-BA74-4294-A638-F4E61D57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358367" y="6103671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4D0B222A-DB39-44C3-8524-62E65146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7358367" y="6103671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BCADC3D4-4BF1-46F9-B742-D1C3C933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64910">
            <a:off x="6953762" y="6374430"/>
            <a:ext cx="379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10776B7C-E82D-445B-ADF2-C582AFC9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6889" y="6300427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60DF4B72-C605-40A3-A240-5368D899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941395" y="6391283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71874305-7453-4B31-BD85-55D33B55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6941395" y="6391283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B058AF76-F269-4907-878B-EB8C8925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77700">
            <a:off x="6534432" y="6365346"/>
            <a:ext cx="175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9D4AFABA-2D40-42A7-8711-CC53B38D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727" y="6299445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54F589DB-F420-477E-9147-4461E86E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503495" y="6374098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5C21A602-5424-4854-8C94-2A301E55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6503495" y="6374098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0D7EE9A1-DCFA-4DDA-A8B8-9889C801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612242">
            <a:off x="7373343" y="6373347"/>
            <a:ext cx="4650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4B9CD3D4-9231-4950-8D29-8FF5B4A7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883" y="6292986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047F6FAC-CFD7-4DA3-B044-2E3E46D1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355158" y="6396557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70F7AEC4-3354-48A2-AFBE-BC62957F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7355158" y="6396557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284A5FC2-A3D9-4AC5-81E7-877F7B55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15228">
            <a:off x="6969429" y="6874857"/>
            <a:ext cx="327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AE2ED89E-3395-4897-B2F7-DB3CF2E8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7820" y="6805430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107B99D2-BC1E-41ED-82D2-FCB18278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956622" y="6887134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54AAFC01-AFF6-4205-9226-5A9F7443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6956622" y="6887134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A5B8DE69-5A20-442B-AD71-1D43855B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26926">
            <a:off x="6554261" y="6884663"/>
            <a:ext cx="229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B1FF3D5A-2C02-48B0-856C-6F1FA885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050" y="6821126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ECC44973-2A98-4724-9E16-17A7CAE4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535290" y="6891050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783554D0-2879-4EEA-A81D-4FA56A9B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6535290" y="6891050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E97D12DF-0F48-4824-9E18-6D4B7A59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563368">
            <a:off x="7379838" y="6876572"/>
            <a:ext cx="4524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B9B9DD88-BF49-4F1B-8421-E10FF8C9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860" y="6797465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B43C31D1-5983-4E1B-A9BC-84C92376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367908" y="6898528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FA74C843-3C11-4C6E-B7D9-B2EBAC4C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7367908" y="6898528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0DCC655A-BB58-4064-8237-62604907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36852">
            <a:off x="6974144" y="7313673"/>
            <a:ext cx="3239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CF533453-3EF3-4361-9B44-917B9693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024" y="7247090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200F4802-B92F-4335-B676-0BB3BDC0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963507" y="7323106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D8912ED8-E252-4D78-BBA9-C90E6E11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6963507" y="7323106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93AFE11C-E3E3-4806-BE97-FC1276B0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371760">
            <a:off x="6525675" y="7328364"/>
            <a:ext cx="243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30F8F954-BF0C-4446-9886-F4A39F6F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32" y="7261086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D0F7EDEE-C8FE-4CE1-A75C-0F76E95D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504640" y="7338492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142E9348-C0F5-452E-8FAD-EF5D0FA8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6504640" y="7338492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14A4F9ED-340E-4F29-8077-7EC83DAC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635702">
            <a:off x="7415624" y="7310439"/>
            <a:ext cx="3120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1CF2E9CD-3A69-4F56-810C-2EF320D6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417" y="7239695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E4C60D66-1D69-43CC-913D-6C43CC5B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398885" y="7324034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99442BF7-AE89-4301-943E-98E7956E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7398885" y="7324034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F1BA06D1-54D7-449F-8F92-97064AD4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88269">
            <a:off x="6522914" y="7667506"/>
            <a:ext cx="222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41D340BA-EE1B-4EBF-8086-0A2DA782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712" y="7601851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C55002C1-1C4E-4506-86DD-705155C6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501230" y="7676011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5651EBC5-A0D4-4DFC-9627-45B7567C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6501230" y="7676011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EB9430DB-D506-48D7-8EBE-DC4F384D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15322">
            <a:off x="7426598" y="7650707"/>
            <a:ext cx="1768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71AF545D-C45A-4B09-9D3E-229B5B31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1712" y="7587647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B8227ECD-8437-4C39-AE3F-B2745BF1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402019" y="7656616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07D89776-DDA1-4993-8481-C5D734A0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7402019" y="7656616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805AB604-FA5D-48A2-B655-618CF7DF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073631">
            <a:off x="6214746" y="5573195"/>
            <a:ext cx="18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8A745597-691C-417D-8C9C-AE69EB2F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916" y="5517988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46997AE5-1D13-48DC-9912-8E35C299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174947" y="5571253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D4AC8284-8A48-4531-B79B-E43CD8BD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6174947" y="5571253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0FF03312-9F81-467D-93DA-4CB3F0F8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087899">
            <a:off x="7755941" y="5595658"/>
            <a:ext cx="40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CB82550F-AAA4-4979-9282-CFF3C28B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3634" y="5524004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A7705E04-3A53-4BD9-A48A-73EDCDCB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721974" y="5610163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8CAFB90B-5E9E-41A3-B8B1-05FB54AC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7721974" y="5610163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29CA64E1-4A68-4A9A-BE57-B8EA65F4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718549">
            <a:off x="6568170" y="5518812"/>
            <a:ext cx="21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84A32C09-45B5-4BE8-9A0E-4DFC26A1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008" y="5461922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9D442E33-31D9-426F-8FAB-CB2FB0F2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528169" y="5518551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AD407AC3-AA1B-477F-B9D1-9F404088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6528169" y="5518551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B5AFB5AC-0943-4EFE-88AC-44072932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056397">
            <a:off x="7397112" y="5522039"/>
            <a:ext cx="287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AF00"/>
            </a:solidFill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0D0A6305-571D-47BE-9586-22D4B9BA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395" y="5454587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9B48"/>
            </a:solidFill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7FEB1B43-6060-4671-8EAF-CBF84712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361451" y="5532342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DFE955DA-AD96-4A18-8710-6C3030CB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7361451" y="5532342"/>
            <a:ext cx="800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822CF497-A87B-4CB8-9A0C-93C4B784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1733550"/>
            <a:ext cx="0" cy="6076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3DDDF"/>
            </a:solidFill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2169FA43-724B-4C44-8D94-B884CA03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2402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C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1C20"/>
                </a:solidFill>
                <a:latin typeface="Microsoft YaHei"/>
                <a:ea typeface="Microsoft YaHei"/>
                <a:cs typeface="Microsoft YaHei"/>
              </a:rPr>
              <a:t>完整测试集结果</a:t>
            </a:r>
          </a:p>
        </p:txBody>
      </p:sp>
      <p:graphicFrame>
        <p:nvGraphicFramePr>
          <p:cNvPr id="974" name=""/>
          <p:cNvGraphicFramePr/>
          <p:nvPr/>
        </p:nvGraphicFramePr>
        <p:xfrm>
          <a:off xmlns:a="http://schemas.openxmlformats.org/drawingml/2006/main" x="8858250" y="2371725"/>
          <a:ext xmlns:a="http://schemas.openxmlformats.org/drawingml/2006/main" cx="581025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952500"/>
                <a:gridCol w="1571625"/>
                <a:gridCol w="1571625"/>
              </a:tblGrid>
              <a:tr h="6858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87B7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划分方式</a:t>
                      </a:r>
                    </a:p>
                  </a:txBody>
                  <a:tcPr marL="91440" marR="91440" marT="45720" marB="45720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87B7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测试图</a:t>
                      </a:r>
                    </a:p>
                  </a:txBody>
                  <a:tcPr marL="91440" marR="91440" marT="45720" marB="45720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87B7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平均2D</a:t>
                      </a:r>
                    </a:p>
                    <a:p>
                      <a:r>
                        <a:rPr sz="1650" b="1">
                          <a:solidFill>
                            <a:srgbClr val="087B7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像素</a:t>
                      </a:r>
                    </a:p>
                  </a:txBody>
                  <a:tcPr marL="91440" marR="91440" marT="45720" marB="45720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87B7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平均3D</a:t>
                      </a:r>
                    </a:p>
                    <a:p>
                      <a:r>
                        <a:rPr sz="1650" b="1">
                          <a:solidFill>
                            <a:srgbClr val="087B7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毫米</a:t>
                      </a:r>
                    </a:p>
                  </a:txBody>
                  <a:tcPr marL="91440" marR="91440" marT="45720" marB="45720">
                    <a:solidFill>
                      <a:srgbClr val="F0F7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1C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组合留出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1C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41C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3.212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41C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6.012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1C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体型留出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1C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41C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3.353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41C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6.281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1C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姿势留出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1C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41C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4.400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41C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8.193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00608AE3-0A97-4586-9276-AAD37A09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3057525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5E5"/>
            </a:solidFill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B5D8E648-6E49-482F-98A2-8539386F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3743325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5E5"/>
            </a:solidFill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5C538AD3-A3E7-4F8D-B409-08890823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4429125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5E5"/>
            </a:solidFill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C005C324-DE84-4779-AFEC-85935E35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5114925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B7C"/>
            </a:solidFill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8BB69729-968F-4E83-896E-DC4F8818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8637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16A"/>
                </a:solidFill>
                <a:latin typeface="Microsoft YaHei"/>
                <a:ea typeface="Microsoft YaHei"/>
                <a:cs typeface="Microsoft YaHei"/>
              </a:rPr>
              <a:t>统计全部测试图中的可见点</a:t>
            </a:r>
          </a:p>
        </p:txBody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F6295782-9EBF-4AC8-BAEC-56B9E292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6578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16A"/>
                </a:solidFill>
                <a:latin typeface="Microsoft YaHei"/>
                <a:ea typeface="Microsoft YaHei"/>
                <a:cs typeface="Microsoft YaHei"/>
              </a:rPr>
              <a:t>同一批360张数据，三种独立划分实验</a:t>
            </a:r>
          </a:p>
        </p:txBody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1CE97FBA-E146-470C-B102-3D38A6D5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4362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1C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1C20"/>
                </a:solidFill>
                <a:latin typeface="Microsoft YaHei"/>
                <a:ea typeface="Microsoft YaHei"/>
                <a:cs typeface="Microsoft YaHei"/>
              </a:rPr>
              <a:t>三维位置由预测二维位置结合深度恢复</a:t>
            </a:r>
          </a:p>
        </p:txBody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C4743D45-B434-4711-95B3-0E05A31F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9130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B7C"/>
                </a:solidFill>
                <a:latin typeface="Microsoft YaHei"/>
                <a:ea typeface="Microsoft YaHei"/>
                <a:cs typeface="Microsoft YaHei"/>
              </a:rPr>
              <a:t>RGB → 二维预测 → 场景深度 → 三维反投影</a:t>
            </a:r>
          </a:p>
        </p:txBody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69CE92BA-DA21-48E9-9425-8B2E7656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7419975"/>
            <a:ext cx="152400" cy="152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9B48"/>
            </a:solidFill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E41A5212-AB48-41ED-AF8C-D878A846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731520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1C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1C20"/>
                </a:solidFill>
                <a:latin typeface="Microsoft YaHei"/>
                <a:ea typeface="Microsoft YaHei"/>
                <a:cs typeface="Microsoft YaHei"/>
              </a:rPr>
              <a:t>标签 GT</a:t>
            </a:r>
          </a:p>
        </p:txBody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C76CD07C-109D-4962-B1FC-603B6CA6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0858500" y="749617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100420D2-BDF7-44DF-89E6-C7866693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0858500" y="749617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C2525"/>
            </a:solidFill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231DF2E2-2491-4D18-9DD1-F5A8C6EE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731520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1C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1C20"/>
                </a:solidFill>
                <a:latin typeface="Microsoft YaHei"/>
                <a:ea typeface="Microsoft YaHei"/>
                <a:cs typeface="Microsoft YaHei"/>
              </a:rPr>
              <a:t>预测 Pred</a:t>
            </a:r>
          </a:p>
        </p:txBody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845A200E-E4B4-47F1-AD47-2800BB3E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0" y="749617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2AF00"/>
            </a:solidFill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2B08E236-DDEA-4D4C-B02B-0F354992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675" y="73152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1C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1C20"/>
                </a:solidFill>
                <a:latin typeface="Microsoft YaHei"/>
                <a:ea typeface="Microsoft YaHei"/>
                <a:cs typeface="Microsoft YaHei"/>
              </a:rPr>
              <a:t>偏差</a:t>
            </a:r>
          </a:p>
        </p:txBody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FF3CAB90-A944-4700-8AAF-452D5EF2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086725"/>
            <a:ext cx="1438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16A"/>
                </a:solidFill>
                <a:latin typeface="Microsoft YaHei"/>
                <a:ea typeface="Microsoft YaHei"/>
                <a:cs typeface="Microsoft YaHei"/>
              </a:rPr>
              <a:t>左侧仅为案例，选择正常主俯拍中接近中位误差的样本。工程点非医学真值，不用于接触安全结论。</a:t>
            </a:r>
          </a:p>
        </p:txBody>
      </p:sp>
    </p:spTree>
    <p:extLst>
      <p:ext uri="{BB962C8B-B14F-4D97-AF65-F5344CB8AC3E}">
        <p14:creationId xmlns:p14="http://schemas.microsoft.com/office/powerpoint/2010/main" val="16025645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2026-09-04T09:52:40.9620000Z</dcterms:created>
  <dcterms:modified xsi:type="dcterms:W3CDTF">2026-09-04T09:52:40.9620000Z</dcterms:modified>
</coreProperties>
</file>