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390" y="300990"/>
            <a:ext cx="3352800" cy="8382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5505" y="1585595"/>
            <a:ext cx="10709275" cy="284162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4645" y="1049020"/>
            <a:ext cx="8292465" cy="45288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0380" y="330835"/>
            <a:ext cx="6325235" cy="301498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3270" y="1654810"/>
            <a:ext cx="4269740" cy="35483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8300" y="164465"/>
            <a:ext cx="4893310" cy="275653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6720" y="164465"/>
            <a:ext cx="4844415" cy="275653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00" y="3101340"/>
            <a:ext cx="4893310" cy="223710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74360" y="3101340"/>
            <a:ext cx="3843020" cy="221297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23505" y="4970780"/>
            <a:ext cx="4310380" cy="172021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50950" y="1101725"/>
            <a:ext cx="5280660" cy="42824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演示</Application>
  <PresentationFormat>宽屏</PresentationFormat>
  <Paragraphs>0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2" baseType="lpstr">
      <vt:lpstr>Arial</vt:lpstr>
      <vt:lpstr>宋体</vt:lpstr>
      <vt:lpstr>Wingdings</vt:lpstr>
      <vt:lpstr>微软雅黑</vt:lpstr>
      <vt:lpstr>Arial Unicode MS</vt:lpstr>
      <vt:lpstr>Calibri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chen</dc:creator>
  <cp:lastModifiedBy>阿能子</cp:lastModifiedBy>
  <cp:revision>7</cp:revision>
  <dcterms:created xsi:type="dcterms:W3CDTF">2023-08-09T12:44:00Z</dcterms:created>
  <dcterms:modified xsi:type="dcterms:W3CDTF">2025-09-18T01:20:57Z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2052-12.1.0.22529</vt:lpwstr>
  </property>
  <property fmtid="{D5CDD505-2E9C-101B-9397-08002B2CF9AE}" pid="3" name="ICV">
    <vt:lpwstr>0FFB374EF87741258E9EC42A4DEF22FC_13</vt:lpwstr>
  </property>
</Properties>
</file>