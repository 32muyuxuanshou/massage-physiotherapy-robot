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367915" y="71247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0=d6*(ax*sin(t1) - ay*cos(t1)) - px*sin(t1) + py*cos(t1)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5475" y="1080770"/>
            <a:ext cx="6903720" cy="152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</Words>
  <Application>WPS 演示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</dc:creator>
  <cp:lastModifiedBy>阿能子</cp:lastModifiedBy>
  <cp:revision>6</cp:revision>
  <dcterms:created xsi:type="dcterms:W3CDTF">2023-08-09T12:44:00Z</dcterms:created>
  <dcterms:modified xsi:type="dcterms:W3CDTF">2025-09-09T11:10:13Z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0FFB374EF87741258E9EC42A4DEF22FC_13</vt:lpwstr>
  </property>
</Properties>
</file>